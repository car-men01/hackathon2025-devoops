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Nunito"/>
      <p:regular r:id="rId24"/>
      <p:bold r:id="rId25"/>
      <p:italic r:id="rId26"/>
      <p:boldItalic r:id="rId27"/>
    </p:embeddedFont>
    <p:embeddedFont>
      <p:font typeface="Anaheim"/>
      <p:regular r:id="rId28"/>
      <p:bold r:id="rId29"/>
    </p:embeddedFont>
    <p:embeddedFont>
      <p:font typeface="Bebas Neue"/>
      <p:regular r:id="rId30"/>
    </p:embeddedFont>
    <p:embeddedFont>
      <p:font typeface="Varela Round"/>
      <p:regular r:id="rId31"/>
    </p:embeddedFont>
    <p:embeddedFont>
      <p:font typeface="PT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4DE40A-2C0D-45B6-B8E3-632EBC0F233F}">
  <a:tblStyle styleId="{5F4DE40A-2C0D-45B6-B8E3-632EBC0F23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uni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Anaheim-regular.fntdata"/><Relationship Id="rId27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nahei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VarelaRound-regular.fntdata"/><Relationship Id="rId30" Type="http://schemas.openxmlformats.org/officeDocument/2006/relationships/font" Target="fonts/BebasNeue-regular.fntdata"/><Relationship Id="rId11" Type="http://schemas.openxmlformats.org/officeDocument/2006/relationships/slide" Target="slides/slide6.xml"/><Relationship Id="rId33" Type="http://schemas.openxmlformats.org/officeDocument/2006/relationships/font" Target="fonts/PTSans-bold.fntdata"/><Relationship Id="rId10" Type="http://schemas.openxmlformats.org/officeDocument/2006/relationships/slide" Target="slides/slide5.xml"/><Relationship Id="rId32" Type="http://schemas.openxmlformats.org/officeDocument/2006/relationships/font" Target="fonts/PTSans-regular.fntdata"/><Relationship Id="rId13" Type="http://schemas.openxmlformats.org/officeDocument/2006/relationships/slide" Target="slides/slide8.xml"/><Relationship Id="rId35" Type="http://schemas.openxmlformats.org/officeDocument/2006/relationships/font" Target="fonts/PTSans-boldItalic.fntdata"/><Relationship Id="rId12" Type="http://schemas.openxmlformats.org/officeDocument/2006/relationships/slide" Target="slides/slide7.xml"/><Relationship Id="rId34" Type="http://schemas.openxmlformats.org/officeDocument/2006/relationships/font" Target="fonts/PT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9a0ccbcbd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9a0ccbcbd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a8d2ce50d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a8d2ce50d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a8d2ce50d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a8d2ce50d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a8d2ce50d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a8d2ce50d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a8d2ce50d6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a8d2ce50d6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a8d2ce50d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a8d2ce50d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a8d2ce50d6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a8d2ce50d6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a8d2ce50d6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a8d2ce50d6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8d2ce50d6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a8d2ce50d6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a8d2ce50d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a8d2ce50d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a8d2ce50d6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a8d2ce50d6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a8d2ce50d6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a8d2ce50d6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54dda1946d_4_2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54dda1946d_4_2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a8d2ce50d6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a8d2ce50d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873900"/>
            <a:ext cx="4266900" cy="27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74" y="3600600"/>
            <a:ext cx="4266900" cy="8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>
            <p:ph idx="2" type="pic"/>
          </p:nvPr>
        </p:nvSpPr>
        <p:spPr>
          <a:xfrm>
            <a:off x="5306775" y="737000"/>
            <a:ext cx="3161916" cy="3898908"/>
          </a:xfrm>
          <a:prstGeom prst="flowChartDocumen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2" name="Google Shape;12;p2"/>
          <p:cNvGrpSpPr/>
          <p:nvPr/>
        </p:nvGrpSpPr>
        <p:grpSpPr>
          <a:xfrm>
            <a:off x="237700" y="4589800"/>
            <a:ext cx="774625" cy="407800"/>
            <a:chOff x="1663300" y="3302675"/>
            <a:chExt cx="774625" cy="407800"/>
          </a:xfrm>
        </p:grpSpPr>
        <p:sp>
          <p:nvSpPr>
            <p:cNvPr id="13" name="Google Shape;13;p2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-485730" y="-526669"/>
            <a:ext cx="3098925" cy="1804650"/>
          </a:xfrm>
          <a:custGeom>
            <a:rect b="b" l="l" r="r" t="t"/>
            <a:pathLst>
              <a:path extrusionOk="0" h="72186" w="123957">
                <a:moveTo>
                  <a:pt x="123957" y="2779"/>
                </a:moveTo>
                <a:cubicBezTo>
                  <a:pt x="113738" y="1435"/>
                  <a:pt x="113816" y="538"/>
                  <a:pt x="103518" y="90"/>
                </a:cubicBezTo>
                <a:cubicBezTo>
                  <a:pt x="95261" y="-269"/>
                  <a:pt x="87738" y="5626"/>
                  <a:pt x="80927" y="10309"/>
                </a:cubicBezTo>
                <a:cubicBezTo>
                  <a:pt x="72661" y="15992"/>
                  <a:pt x="69662" y="27771"/>
                  <a:pt x="68556" y="37741"/>
                </a:cubicBezTo>
                <a:cubicBezTo>
                  <a:pt x="67899" y="43665"/>
                  <a:pt x="75522" y="49656"/>
                  <a:pt x="81465" y="50113"/>
                </a:cubicBezTo>
                <a:cubicBezTo>
                  <a:pt x="85611" y="50432"/>
                  <a:pt x="90117" y="50359"/>
                  <a:pt x="93836" y="48499"/>
                </a:cubicBezTo>
                <a:cubicBezTo>
                  <a:pt x="97083" y="46875"/>
                  <a:pt x="100168" y="40846"/>
                  <a:pt x="97601" y="38279"/>
                </a:cubicBezTo>
                <a:cubicBezTo>
                  <a:pt x="87329" y="28007"/>
                  <a:pt x="65977" y="31086"/>
                  <a:pt x="54033" y="39355"/>
                </a:cubicBezTo>
                <a:cubicBezTo>
                  <a:pt x="42148" y="47583"/>
                  <a:pt x="36371" y="64400"/>
                  <a:pt x="22836" y="69476"/>
                </a:cubicBezTo>
                <a:cubicBezTo>
                  <a:pt x="16615" y="71809"/>
                  <a:pt x="8876" y="73523"/>
                  <a:pt x="2934" y="70552"/>
                </a:cubicBezTo>
                <a:cubicBezTo>
                  <a:pt x="-3105" y="67533"/>
                  <a:pt x="1923" y="55423"/>
                  <a:pt x="6699" y="50651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" name="Google Shape;17;p2"/>
          <p:cNvSpPr/>
          <p:nvPr/>
        </p:nvSpPr>
        <p:spPr>
          <a:xfrm>
            <a:off x="-580575" y="4142900"/>
            <a:ext cx="2792781" cy="1620239"/>
          </a:xfrm>
          <a:custGeom>
            <a:rect b="b" l="l" r="r" t="t"/>
            <a:pathLst>
              <a:path extrusionOk="0" h="81758" w="140925">
                <a:moveTo>
                  <a:pt x="0" y="0"/>
                </a:moveTo>
                <a:cubicBezTo>
                  <a:pt x="25136" y="20108"/>
                  <a:pt x="64690" y="10597"/>
                  <a:pt x="93054" y="25818"/>
                </a:cubicBezTo>
                <a:cubicBezTo>
                  <a:pt x="104574" y="32000"/>
                  <a:pt x="115434" y="40928"/>
                  <a:pt x="122099" y="52175"/>
                </a:cubicBezTo>
                <a:cubicBezTo>
                  <a:pt x="128058" y="62231"/>
                  <a:pt x="133270" y="72925"/>
                  <a:pt x="140925" y="81758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598800" y="1870450"/>
            <a:ext cx="3563700" cy="144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4598800" y="1122400"/>
            <a:ext cx="1099200" cy="618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4598800" y="3302900"/>
            <a:ext cx="3563700" cy="7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/>
          <p:nvPr>
            <p:ph idx="3" type="pic"/>
          </p:nvPr>
        </p:nvSpPr>
        <p:spPr>
          <a:xfrm flipH="1">
            <a:off x="547476" y="949950"/>
            <a:ext cx="3390600" cy="32436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23" name="Google Shape;23;p3"/>
          <p:cNvGrpSpPr/>
          <p:nvPr/>
        </p:nvGrpSpPr>
        <p:grpSpPr>
          <a:xfrm>
            <a:off x="7700406" y="310171"/>
            <a:ext cx="1010750" cy="599700"/>
            <a:chOff x="1697200" y="2217150"/>
            <a:chExt cx="1010750" cy="599700"/>
          </a:xfrm>
        </p:grpSpPr>
        <p:sp>
          <p:nvSpPr>
            <p:cNvPr id="24" name="Google Shape;24;p3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" name="Google Shape;31;p3"/>
          <p:cNvSpPr/>
          <p:nvPr/>
        </p:nvSpPr>
        <p:spPr>
          <a:xfrm rot="495731">
            <a:off x="5445397" y="3429049"/>
            <a:ext cx="4087839" cy="3173433"/>
          </a:xfrm>
          <a:custGeom>
            <a:rect b="b" l="l" r="r" t="t"/>
            <a:pathLst>
              <a:path extrusionOk="0" h="126940" w="163517">
                <a:moveTo>
                  <a:pt x="163517" y="0"/>
                </a:moveTo>
                <a:cubicBezTo>
                  <a:pt x="156072" y="13171"/>
                  <a:pt x="146907" y="26640"/>
                  <a:pt x="133933" y="34424"/>
                </a:cubicBezTo>
                <a:cubicBezTo>
                  <a:pt x="125327" y="39587"/>
                  <a:pt x="115161" y="41672"/>
                  <a:pt x="105425" y="44106"/>
                </a:cubicBezTo>
                <a:cubicBezTo>
                  <a:pt x="97895" y="45988"/>
                  <a:pt x="89659" y="49251"/>
                  <a:pt x="82296" y="46796"/>
                </a:cubicBezTo>
                <a:cubicBezTo>
                  <a:pt x="80220" y="46104"/>
                  <a:pt x="77730" y="45063"/>
                  <a:pt x="76918" y="43031"/>
                </a:cubicBezTo>
                <a:cubicBezTo>
                  <a:pt x="76106" y="40999"/>
                  <a:pt x="78806" y="36526"/>
                  <a:pt x="80683" y="37652"/>
                </a:cubicBezTo>
                <a:cubicBezTo>
                  <a:pt x="86473" y="41125"/>
                  <a:pt x="82247" y="53408"/>
                  <a:pt x="76918" y="57553"/>
                </a:cubicBezTo>
                <a:cubicBezTo>
                  <a:pt x="69215" y="63544"/>
                  <a:pt x="58455" y="63929"/>
                  <a:pt x="49486" y="67773"/>
                </a:cubicBezTo>
                <a:cubicBezTo>
                  <a:pt x="35133" y="73924"/>
                  <a:pt x="20062" y="81588"/>
                  <a:pt x="10758" y="94129"/>
                </a:cubicBezTo>
                <a:cubicBezTo>
                  <a:pt x="3900" y="103373"/>
                  <a:pt x="2258" y="115654"/>
                  <a:pt x="0" y="126940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720000" y="1050231"/>
            <a:ext cx="77040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5" name="Google Shape;35;p4"/>
          <p:cNvGrpSpPr/>
          <p:nvPr/>
        </p:nvGrpSpPr>
        <p:grpSpPr>
          <a:xfrm rot="10800000">
            <a:off x="270929" y="4380350"/>
            <a:ext cx="1010750" cy="599700"/>
            <a:chOff x="1697200" y="2217150"/>
            <a:chExt cx="1010750" cy="599700"/>
          </a:xfrm>
        </p:grpSpPr>
        <p:sp>
          <p:nvSpPr>
            <p:cNvPr id="36" name="Google Shape;36;p4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4"/>
          <p:cNvGrpSpPr/>
          <p:nvPr/>
        </p:nvGrpSpPr>
        <p:grpSpPr>
          <a:xfrm rot="10800000">
            <a:off x="8102275" y="297500"/>
            <a:ext cx="774625" cy="407800"/>
            <a:chOff x="1663300" y="3302675"/>
            <a:chExt cx="774625" cy="407800"/>
          </a:xfrm>
        </p:grpSpPr>
        <p:sp>
          <p:nvSpPr>
            <p:cNvPr id="44" name="Google Shape;44;p4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4"/>
          <p:cNvSpPr/>
          <p:nvPr/>
        </p:nvSpPr>
        <p:spPr>
          <a:xfrm rot="732600">
            <a:off x="-349705" y="-587156"/>
            <a:ext cx="2689483" cy="3137692"/>
          </a:xfrm>
          <a:custGeom>
            <a:rect b="b" l="l" r="r" t="t"/>
            <a:pathLst>
              <a:path extrusionOk="0" h="125505" w="107577">
                <a:moveTo>
                  <a:pt x="107577" y="0"/>
                </a:moveTo>
                <a:cubicBezTo>
                  <a:pt x="105694" y="2690"/>
                  <a:pt x="106393" y="3351"/>
                  <a:pt x="103811" y="5379"/>
                </a:cubicBezTo>
                <a:cubicBezTo>
                  <a:pt x="99139" y="9049"/>
                  <a:pt x="91812" y="5502"/>
                  <a:pt x="86061" y="6993"/>
                </a:cubicBezTo>
                <a:cubicBezTo>
                  <a:pt x="66833" y="11978"/>
                  <a:pt x="41438" y="18874"/>
                  <a:pt x="34962" y="37652"/>
                </a:cubicBezTo>
                <a:cubicBezTo>
                  <a:pt x="27589" y="59033"/>
                  <a:pt x="47820" y="84961"/>
                  <a:pt x="38190" y="105425"/>
                </a:cubicBezTo>
                <a:cubicBezTo>
                  <a:pt x="33172" y="116089"/>
                  <a:pt x="20195" y="122643"/>
                  <a:pt x="8606" y="124789"/>
                </a:cubicBezTo>
                <a:cubicBezTo>
                  <a:pt x="5780" y="125312"/>
                  <a:pt x="2032" y="126283"/>
                  <a:pt x="0" y="124251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8" name="Google Shape;48;p4"/>
          <p:cNvSpPr/>
          <p:nvPr/>
        </p:nvSpPr>
        <p:spPr>
          <a:xfrm>
            <a:off x="6291564" y="2971803"/>
            <a:ext cx="3882800" cy="3025575"/>
          </a:xfrm>
          <a:custGeom>
            <a:rect b="b" l="l" r="r" t="t"/>
            <a:pathLst>
              <a:path extrusionOk="0" h="121023" w="155312">
                <a:moveTo>
                  <a:pt x="3293" y="121023"/>
                </a:moveTo>
                <a:cubicBezTo>
                  <a:pt x="-2657" y="111107"/>
                  <a:pt x="372" y="95629"/>
                  <a:pt x="7596" y="86599"/>
                </a:cubicBezTo>
                <a:cubicBezTo>
                  <a:pt x="15855" y="76275"/>
                  <a:pt x="31828" y="69641"/>
                  <a:pt x="44710" y="72614"/>
                </a:cubicBezTo>
                <a:cubicBezTo>
                  <a:pt x="48917" y="73585"/>
                  <a:pt x="55710" y="78702"/>
                  <a:pt x="53316" y="82296"/>
                </a:cubicBezTo>
                <a:cubicBezTo>
                  <a:pt x="51618" y="84846"/>
                  <a:pt x="45453" y="82041"/>
                  <a:pt x="44710" y="79069"/>
                </a:cubicBezTo>
                <a:cubicBezTo>
                  <a:pt x="43967" y="76097"/>
                  <a:pt x="45068" y="71538"/>
                  <a:pt x="47937" y="70462"/>
                </a:cubicBezTo>
                <a:cubicBezTo>
                  <a:pt x="55331" y="67689"/>
                  <a:pt x="63842" y="70082"/>
                  <a:pt x="71604" y="71538"/>
                </a:cubicBezTo>
                <a:cubicBezTo>
                  <a:pt x="86055" y="74248"/>
                  <a:pt x="102560" y="77576"/>
                  <a:pt x="115711" y="71000"/>
                </a:cubicBezTo>
                <a:cubicBezTo>
                  <a:pt x="130796" y="63457"/>
                  <a:pt x="144636" y="50173"/>
                  <a:pt x="150673" y="34424"/>
                </a:cubicBezTo>
                <a:cubicBezTo>
                  <a:pt x="154812" y="23626"/>
                  <a:pt x="155898" y="11527"/>
                  <a:pt x="154976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5"/>
          <p:cNvGrpSpPr/>
          <p:nvPr/>
        </p:nvGrpSpPr>
        <p:grpSpPr>
          <a:xfrm flipH="1">
            <a:off x="4132958" y="4304152"/>
            <a:ext cx="1010750" cy="599700"/>
            <a:chOff x="1697200" y="2217150"/>
            <a:chExt cx="1010750" cy="599700"/>
          </a:xfrm>
        </p:grpSpPr>
        <p:sp>
          <p:nvSpPr>
            <p:cNvPr id="51" name="Google Shape;51;p5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" name="Google Shape;58;p5"/>
          <p:cNvGrpSpPr/>
          <p:nvPr/>
        </p:nvGrpSpPr>
        <p:grpSpPr>
          <a:xfrm flipH="1" rot="-5400000">
            <a:off x="8239867" y="335598"/>
            <a:ext cx="774625" cy="407800"/>
            <a:chOff x="1663300" y="3302675"/>
            <a:chExt cx="774625" cy="407800"/>
          </a:xfrm>
        </p:grpSpPr>
        <p:sp>
          <p:nvSpPr>
            <p:cNvPr id="59" name="Google Shape;59;p5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5"/>
          <p:cNvSpPr/>
          <p:nvPr/>
        </p:nvSpPr>
        <p:spPr>
          <a:xfrm rot="1184980">
            <a:off x="7131682" y="3052117"/>
            <a:ext cx="2755832" cy="3084140"/>
          </a:xfrm>
          <a:custGeom>
            <a:rect b="b" l="l" r="r" t="t"/>
            <a:pathLst>
              <a:path extrusionOk="0" h="125161" w="97895">
                <a:moveTo>
                  <a:pt x="97895" y="30494"/>
                </a:moveTo>
                <a:cubicBezTo>
                  <a:pt x="87751" y="16967"/>
                  <a:pt x="70438" y="-6713"/>
                  <a:pt x="55940" y="1986"/>
                </a:cubicBezTo>
                <a:cubicBezTo>
                  <a:pt x="52285" y="4179"/>
                  <a:pt x="52713" y="10096"/>
                  <a:pt x="52713" y="14358"/>
                </a:cubicBezTo>
                <a:cubicBezTo>
                  <a:pt x="52713" y="31808"/>
                  <a:pt x="64821" y="50924"/>
                  <a:pt x="57016" y="66532"/>
                </a:cubicBezTo>
                <a:cubicBezTo>
                  <a:pt x="54911" y="70741"/>
                  <a:pt x="50948" y="75285"/>
                  <a:pt x="46258" y="75676"/>
                </a:cubicBezTo>
                <a:cubicBezTo>
                  <a:pt x="34275" y="76675"/>
                  <a:pt x="19944" y="70217"/>
                  <a:pt x="10220" y="77290"/>
                </a:cubicBezTo>
                <a:cubicBezTo>
                  <a:pt x="3187" y="82406"/>
                  <a:pt x="4433" y="93899"/>
                  <a:pt x="3766" y="102570"/>
                </a:cubicBezTo>
                <a:cubicBezTo>
                  <a:pt x="3180" y="110182"/>
                  <a:pt x="1366" y="117650"/>
                  <a:pt x="0" y="125161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3" name="Google Shape;63;p5"/>
          <p:cNvSpPr/>
          <p:nvPr>
            <p:ph idx="2" type="pic"/>
          </p:nvPr>
        </p:nvSpPr>
        <p:spPr>
          <a:xfrm>
            <a:off x="560825" y="280325"/>
            <a:ext cx="4582872" cy="4582872"/>
          </a:xfrm>
          <a:prstGeom prst="flowChartDocumen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5"/>
          <p:cNvSpPr txBox="1"/>
          <p:nvPr>
            <p:ph type="title"/>
          </p:nvPr>
        </p:nvSpPr>
        <p:spPr>
          <a:xfrm>
            <a:off x="5728068" y="368825"/>
            <a:ext cx="270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" type="subTitle"/>
          </p:nvPr>
        </p:nvSpPr>
        <p:spPr>
          <a:xfrm>
            <a:off x="5727916" y="2080274"/>
            <a:ext cx="270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6" name="Google Shape;66;p5"/>
          <p:cNvSpPr txBox="1"/>
          <p:nvPr>
            <p:ph idx="3" type="subTitle"/>
          </p:nvPr>
        </p:nvSpPr>
        <p:spPr>
          <a:xfrm>
            <a:off x="5728054" y="3651925"/>
            <a:ext cx="270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7" name="Google Shape;67;p5"/>
          <p:cNvSpPr txBox="1"/>
          <p:nvPr>
            <p:ph idx="4" type="subTitle"/>
          </p:nvPr>
        </p:nvSpPr>
        <p:spPr>
          <a:xfrm>
            <a:off x="5727906" y="1595725"/>
            <a:ext cx="2702700" cy="49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" name="Google Shape;68;p5"/>
          <p:cNvSpPr txBox="1"/>
          <p:nvPr>
            <p:ph idx="5" type="subTitle"/>
          </p:nvPr>
        </p:nvSpPr>
        <p:spPr>
          <a:xfrm>
            <a:off x="5727825" y="3167501"/>
            <a:ext cx="2702700" cy="49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1" name="Google Shape;71;p6"/>
          <p:cNvGrpSpPr/>
          <p:nvPr/>
        </p:nvGrpSpPr>
        <p:grpSpPr>
          <a:xfrm rot="5400000">
            <a:off x="125207" y="389219"/>
            <a:ext cx="774625" cy="407800"/>
            <a:chOff x="1663300" y="3302675"/>
            <a:chExt cx="774625" cy="407800"/>
          </a:xfrm>
        </p:grpSpPr>
        <p:sp>
          <p:nvSpPr>
            <p:cNvPr id="72" name="Google Shape;72;p6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6"/>
          <p:cNvSpPr/>
          <p:nvPr/>
        </p:nvSpPr>
        <p:spPr>
          <a:xfrm flipH="1" rot="-10362798">
            <a:off x="-1106725" y="1907164"/>
            <a:ext cx="2377875" cy="3280913"/>
          </a:xfrm>
          <a:custGeom>
            <a:rect b="b" l="l" r="r" t="t"/>
            <a:pathLst>
              <a:path extrusionOk="0" h="177476" w="101122">
                <a:moveTo>
                  <a:pt x="101122" y="1588"/>
                </a:moveTo>
                <a:cubicBezTo>
                  <a:pt x="86784" y="-5579"/>
                  <a:pt x="65422" y="14355"/>
                  <a:pt x="62394" y="30096"/>
                </a:cubicBezTo>
                <a:cubicBezTo>
                  <a:pt x="60607" y="39388"/>
                  <a:pt x="65183" y="48829"/>
                  <a:pt x="67235" y="58066"/>
                </a:cubicBezTo>
                <a:cubicBezTo>
                  <a:pt x="70580" y="73118"/>
                  <a:pt x="72962" y="90008"/>
                  <a:pt x="67235" y="104324"/>
                </a:cubicBezTo>
                <a:cubicBezTo>
                  <a:pt x="64080" y="112212"/>
                  <a:pt x="57357" y="120872"/>
                  <a:pt x="48947" y="122074"/>
                </a:cubicBezTo>
                <a:cubicBezTo>
                  <a:pt x="38880" y="123512"/>
                  <a:pt x="25880" y="119590"/>
                  <a:pt x="18826" y="126915"/>
                </a:cubicBezTo>
                <a:cubicBezTo>
                  <a:pt x="6352" y="139869"/>
                  <a:pt x="0" y="159492"/>
                  <a:pt x="0" y="17747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" name="Google Shape;76;p6"/>
          <p:cNvSpPr/>
          <p:nvPr/>
        </p:nvSpPr>
        <p:spPr>
          <a:xfrm rot="1899748">
            <a:off x="6259669" y="2834037"/>
            <a:ext cx="3242253" cy="4343806"/>
          </a:xfrm>
          <a:custGeom>
            <a:rect b="b" l="l" r="r" t="t"/>
            <a:pathLst>
              <a:path extrusionOk="0" h="125161" w="97895">
                <a:moveTo>
                  <a:pt x="97895" y="30494"/>
                </a:moveTo>
                <a:cubicBezTo>
                  <a:pt x="87751" y="16967"/>
                  <a:pt x="70438" y="-6713"/>
                  <a:pt x="55940" y="1986"/>
                </a:cubicBezTo>
                <a:cubicBezTo>
                  <a:pt x="52285" y="4179"/>
                  <a:pt x="52713" y="10096"/>
                  <a:pt x="52713" y="14358"/>
                </a:cubicBezTo>
                <a:cubicBezTo>
                  <a:pt x="52713" y="31808"/>
                  <a:pt x="64821" y="50924"/>
                  <a:pt x="57016" y="66532"/>
                </a:cubicBezTo>
                <a:cubicBezTo>
                  <a:pt x="54911" y="70741"/>
                  <a:pt x="50948" y="75285"/>
                  <a:pt x="46258" y="75676"/>
                </a:cubicBezTo>
                <a:cubicBezTo>
                  <a:pt x="34275" y="76675"/>
                  <a:pt x="19944" y="70217"/>
                  <a:pt x="10220" y="77290"/>
                </a:cubicBezTo>
                <a:cubicBezTo>
                  <a:pt x="3187" y="82406"/>
                  <a:pt x="4433" y="93899"/>
                  <a:pt x="3766" y="102570"/>
                </a:cubicBezTo>
                <a:cubicBezTo>
                  <a:pt x="3180" y="110182"/>
                  <a:pt x="1366" y="117650"/>
                  <a:pt x="0" y="125161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7" name="Google Shape;77;p6"/>
          <p:cNvSpPr/>
          <p:nvPr/>
        </p:nvSpPr>
        <p:spPr>
          <a:xfrm flipH="1" rot="5400000">
            <a:off x="7846351" y="-469135"/>
            <a:ext cx="2237523" cy="1057711"/>
          </a:xfrm>
          <a:custGeom>
            <a:rect b="b" l="l" r="r" t="t"/>
            <a:pathLst>
              <a:path extrusionOk="0" h="72211" w="152758">
                <a:moveTo>
                  <a:pt x="0" y="0"/>
                </a:moveTo>
                <a:cubicBezTo>
                  <a:pt x="18357" y="13352"/>
                  <a:pt x="40341" y="32164"/>
                  <a:pt x="40341" y="54864"/>
                </a:cubicBezTo>
                <a:cubicBezTo>
                  <a:pt x="40341" y="62092"/>
                  <a:pt x="26219" y="71110"/>
                  <a:pt x="21515" y="65622"/>
                </a:cubicBezTo>
                <a:cubicBezTo>
                  <a:pt x="18705" y="62344"/>
                  <a:pt x="20256" y="56345"/>
                  <a:pt x="22591" y="52713"/>
                </a:cubicBezTo>
                <a:cubicBezTo>
                  <a:pt x="31580" y="38729"/>
                  <a:pt x="54691" y="61441"/>
                  <a:pt x="70462" y="66698"/>
                </a:cubicBezTo>
                <a:cubicBezTo>
                  <a:pt x="96708" y="75447"/>
                  <a:pt x="132645" y="74936"/>
                  <a:pt x="152758" y="5594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78" name="Google Shape;78;p6"/>
          <p:cNvGrpSpPr/>
          <p:nvPr/>
        </p:nvGrpSpPr>
        <p:grpSpPr>
          <a:xfrm rot="-1078700">
            <a:off x="3180996" y="4579588"/>
            <a:ext cx="890382" cy="511369"/>
            <a:chOff x="1697200" y="2236350"/>
            <a:chExt cx="1010750" cy="580500"/>
          </a:xfrm>
        </p:grpSpPr>
        <p:sp>
          <p:nvSpPr>
            <p:cNvPr id="79" name="Google Shape;79;p6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/>
          <p:nvPr>
            <p:ph type="title"/>
          </p:nvPr>
        </p:nvSpPr>
        <p:spPr>
          <a:xfrm>
            <a:off x="720000" y="1099313"/>
            <a:ext cx="4294800" cy="6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7" name="Google Shape;87;p7"/>
          <p:cNvSpPr txBox="1"/>
          <p:nvPr>
            <p:ph idx="1" type="subTitle"/>
          </p:nvPr>
        </p:nvSpPr>
        <p:spPr>
          <a:xfrm>
            <a:off x="720000" y="1847888"/>
            <a:ext cx="4294800" cy="21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88" name="Google Shape;88;p7"/>
          <p:cNvSpPr/>
          <p:nvPr>
            <p:ph idx="2" type="pic"/>
          </p:nvPr>
        </p:nvSpPr>
        <p:spPr>
          <a:xfrm flipH="1">
            <a:off x="5378750" y="-128725"/>
            <a:ext cx="3811200" cy="54009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"/>
          <p:cNvSpPr/>
          <p:nvPr/>
        </p:nvSpPr>
        <p:spPr>
          <a:xfrm rot="-3509924">
            <a:off x="-1600182" y="-1160925"/>
            <a:ext cx="4249133" cy="2388570"/>
          </a:xfrm>
          <a:custGeom>
            <a:rect b="b" l="l" r="r" t="t"/>
            <a:pathLst>
              <a:path extrusionOk="0" h="95546" w="169971">
                <a:moveTo>
                  <a:pt x="0" y="0"/>
                </a:moveTo>
                <a:cubicBezTo>
                  <a:pt x="18437" y="7683"/>
                  <a:pt x="39462" y="17922"/>
                  <a:pt x="47872" y="36038"/>
                </a:cubicBezTo>
                <a:cubicBezTo>
                  <a:pt x="51516" y="43888"/>
                  <a:pt x="53788" y="52664"/>
                  <a:pt x="53788" y="61319"/>
                </a:cubicBezTo>
                <a:cubicBezTo>
                  <a:pt x="53788" y="65169"/>
                  <a:pt x="49344" y="75274"/>
                  <a:pt x="48410" y="71539"/>
                </a:cubicBezTo>
                <a:cubicBezTo>
                  <a:pt x="45058" y="58136"/>
                  <a:pt x="76652" y="65765"/>
                  <a:pt x="89827" y="69925"/>
                </a:cubicBezTo>
                <a:cubicBezTo>
                  <a:pt x="104990" y="74713"/>
                  <a:pt x="116119" y="88687"/>
                  <a:pt x="131244" y="93592"/>
                </a:cubicBezTo>
                <a:cubicBezTo>
                  <a:pt x="143666" y="97620"/>
                  <a:pt x="158986" y="94737"/>
                  <a:pt x="169971" y="87675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90" name="Google Shape;90;p7"/>
          <p:cNvGrpSpPr/>
          <p:nvPr/>
        </p:nvGrpSpPr>
        <p:grpSpPr>
          <a:xfrm rot="10800000">
            <a:off x="3928910" y="183191"/>
            <a:ext cx="1010750" cy="599700"/>
            <a:chOff x="1697200" y="2217150"/>
            <a:chExt cx="1010750" cy="599700"/>
          </a:xfrm>
        </p:grpSpPr>
        <p:sp>
          <p:nvSpPr>
            <p:cNvPr id="91" name="Google Shape;91;p7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" name="Google Shape;98;p7"/>
          <p:cNvGrpSpPr/>
          <p:nvPr/>
        </p:nvGrpSpPr>
        <p:grpSpPr>
          <a:xfrm flipH="1">
            <a:off x="563975" y="4375400"/>
            <a:ext cx="774625" cy="407800"/>
            <a:chOff x="1663300" y="3302675"/>
            <a:chExt cx="774625" cy="407800"/>
          </a:xfrm>
        </p:grpSpPr>
        <p:sp>
          <p:nvSpPr>
            <p:cNvPr id="99" name="Google Shape;99;p7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8"/>
          <p:cNvGrpSpPr/>
          <p:nvPr/>
        </p:nvGrpSpPr>
        <p:grpSpPr>
          <a:xfrm flipH="1" rot="5400000">
            <a:off x="8032938" y="2910143"/>
            <a:ext cx="1010750" cy="599700"/>
            <a:chOff x="1697200" y="2217150"/>
            <a:chExt cx="1010750" cy="599700"/>
          </a:xfrm>
        </p:grpSpPr>
        <p:sp>
          <p:nvSpPr>
            <p:cNvPr id="104" name="Google Shape;104;p8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" name="Google Shape;111;p8"/>
          <p:cNvGrpSpPr/>
          <p:nvPr/>
        </p:nvGrpSpPr>
        <p:grpSpPr>
          <a:xfrm rot="5400000">
            <a:off x="529810" y="1333702"/>
            <a:ext cx="774625" cy="407800"/>
            <a:chOff x="1663300" y="3302675"/>
            <a:chExt cx="774625" cy="407800"/>
          </a:xfrm>
        </p:grpSpPr>
        <p:sp>
          <p:nvSpPr>
            <p:cNvPr id="112" name="Google Shape;112;p8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8"/>
          <p:cNvSpPr/>
          <p:nvPr/>
        </p:nvSpPr>
        <p:spPr>
          <a:xfrm flipH="1" rot="10800000">
            <a:off x="-905301" y="788397"/>
            <a:ext cx="5061461" cy="5090729"/>
          </a:xfrm>
          <a:custGeom>
            <a:rect b="b" l="l" r="r" t="t"/>
            <a:pathLst>
              <a:path extrusionOk="0" h="226986" w="225681">
                <a:moveTo>
                  <a:pt x="225681" y="0"/>
                </a:moveTo>
                <a:cubicBezTo>
                  <a:pt x="216325" y="12757"/>
                  <a:pt x="209318" y="28425"/>
                  <a:pt x="196097" y="37113"/>
                </a:cubicBezTo>
                <a:cubicBezTo>
                  <a:pt x="183019" y="45707"/>
                  <a:pt x="166720" y="48201"/>
                  <a:pt x="151453" y="51636"/>
                </a:cubicBezTo>
                <a:cubicBezTo>
                  <a:pt x="144804" y="53132"/>
                  <a:pt x="137608" y="52818"/>
                  <a:pt x="131013" y="51098"/>
                </a:cubicBezTo>
                <a:cubicBezTo>
                  <a:pt x="127173" y="50096"/>
                  <a:pt x="122099" y="50508"/>
                  <a:pt x="119718" y="47333"/>
                </a:cubicBezTo>
                <a:cubicBezTo>
                  <a:pt x="117330" y="44148"/>
                  <a:pt x="117555" y="34241"/>
                  <a:pt x="121331" y="35500"/>
                </a:cubicBezTo>
                <a:cubicBezTo>
                  <a:pt x="132264" y="39146"/>
                  <a:pt x="133233" y="62335"/>
                  <a:pt x="124559" y="69924"/>
                </a:cubicBezTo>
                <a:cubicBezTo>
                  <a:pt x="115255" y="78065"/>
                  <a:pt x="101417" y="78677"/>
                  <a:pt x="89596" y="82296"/>
                </a:cubicBezTo>
                <a:cubicBezTo>
                  <a:pt x="76784" y="86218"/>
                  <a:pt x="64488" y="92041"/>
                  <a:pt x="53020" y="98970"/>
                </a:cubicBezTo>
                <a:cubicBezTo>
                  <a:pt x="32246" y="111521"/>
                  <a:pt x="13383" y="131002"/>
                  <a:pt x="5149" y="153834"/>
                </a:cubicBezTo>
                <a:cubicBezTo>
                  <a:pt x="-3124" y="176774"/>
                  <a:pt x="-330" y="203497"/>
                  <a:pt x="6225" y="22698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6" name="Google Shape;116;p8"/>
          <p:cNvSpPr/>
          <p:nvPr/>
        </p:nvSpPr>
        <p:spPr>
          <a:xfrm flipH="1" rot="10800000">
            <a:off x="-677521" y="-1223593"/>
            <a:ext cx="3941050" cy="3148529"/>
          </a:xfrm>
          <a:custGeom>
            <a:rect b="b" l="l" r="r" t="t"/>
            <a:pathLst>
              <a:path extrusionOk="0" h="140387" w="175724">
                <a:moveTo>
                  <a:pt x="0" y="0"/>
                </a:moveTo>
                <a:cubicBezTo>
                  <a:pt x="6166" y="19727"/>
                  <a:pt x="25235" y="35928"/>
                  <a:pt x="44645" y="43030"/>
                </a:cubicBezTo>
                <a:cubicBezTo>
                  <a:pt x="74433" y="53929"/>
                  <a:pt x="107754" y="52470"/>
                  <a:pt x="137698" y="62932"/>
                </a:cubicBezTo>
                <a:cubicBezTo>
                  <a:pt x="153259" y="68369"/>
                  <a:pt x="167806" y="81780"/>
                  <a:pt x="173198" y="97356"/>
                </a:cubicBezTo>
                <a:cubicBezTo>
                  <a:pt x="177899" y="110937"/>
                  <a:pt x="175053" y="126753"/>
                  <a:pt x="170509" y="14038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7" name="Google Shape;117;p8"/>
          <p:cNvSpPr/>
          <p:nvPr/>
        </p:nvSpPr>
        <p:spPr>
          <a:xfrm rot="-1124339">
            <a:off x="5063215" y="-1288067"/>
            <a:ext cx="4513215" cy="2680291"/>
          </a:xfrm>
          <a:custGeom>
            <a:rect b="b" l="l" r="r" t="t"/>
            <a:pathLst>
              <a:path extrusionOk="0" h="121957" w="125696">
                <a:moveTo>
                  <a:pt x="0" y="0"/>
                </a:moveTo>
                <a:cubicBezTo>
                  <a:pt x="2429" y="13372"/>
                  <a:pt x="11499" y="25222"/>
                  <a:pt x="20977" y="34963"/>
                </a:cubicBezTo>
                <a:cubicBezTo>
                  <a:pt x="33981" y="48328"/>
                  <a:pt x="53230" y="56620"/>
                  <a:pt x="61856" y="73152"/>
                </a:cubicBezTo>
                <a:cubicBezTo>
                  <a:pt x="69438" y="87683"/>
                  <a:pt x="69009" y="126065"/>
                  <a:pt x="53250" y="121562"/>
                </a:cubicBezTo>
                <a:cubicBezTo>
                  <a:pt x="49080" y="120371"/>
                  <a:pt x="48372" y="111509"/>
                  <a:pt x="51636" y="108653"/>
                </a:cubicBezTo>
                <a:cubicBezTo>
                  <a:pt x="54080" y="106515"/>
                  <a:pt x="58103" y="107118"/>
                  <a:pt x="61318" y="107577"/>
                </a:cubicBezTo>
                <a:cubicBezTo>
                  <a:pt x="68707" y="108633"/>
                  <a:pt x="74729" y="114210"/>
                  <a:pt x="81758" y="116721"/>
                </a:cubicBezTo>
                <a:cubicBezTo>
                  <a:pt x="89532" y="119498"/>
                  <a:pt x="98730" y="120586"/>
                  <a:pt x="106500" y="117797"/>
                </a:cubicBezTo>
                <a:cubicBezTo>
                  <a:pt x="113676" y="115221"/>
                  <a:pt x="121137" y="109912"/>
                  <a:pt x="123713" y="102736"/>
                </a:cubicBezTo>
                <a:cubicBezTo>
                  <a:pt x="126865" y="93954"/>
                  <a:pt x="125430" y="84074"/>
                  <a:pt x="124788" y="7476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8" name="Google Shape;118;p8"/>
          <p:cNvSpPr/>
          <p:nvPr/>
        </p:nvSpPr>
        <p:spPr>
          <a:xfrm rot="1404597">
            <a:off x="6973690" y="3012470"/>
            <a:ext cx="3129245" cy="3310222"/>
          </a:xfrm>
          <a:custGeom>
            <a:rect b="b" l="l" r="r" t="t"/>
            <a:pathLst>
              <a:path extrusionOk="0" h="150607" w="142373">
                <a:moveTo>
                  <a:pt x="142029" y="0"/>
                </a:moveTo>
                <a:cubicBezTo>
                  <a:pt x="144256" y="15587"/>
                  <a:pt x="132858" y="34730"/>
                  <a:pt x="118363" y="40879"/>
                </a:cubicBezTo>
                <a:cubicBezTo>
                  <a:pt x="97331" y="49801"/>
                  <a:pt x="71929" y="42940"/>
                  <a:pt x="50589" y="51099"/>
                </a:cubicBezTo>
                <a:cubicBezTo>
                  <a:pt x="29252" y="59257"/>
                  <a:pt x="11935" y="80120"/>
                  <a:pt x="4332" y="101660"/>
                </a:cubicBezTo>
                <a:cubicBezTo>
                  <a:pt x="-1100" y="117049"/>
                  <a:pt x="-1228" y="134916"/>
                  <a:pt x="3256" y="150607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9" name="Google Shape;119;p8"/>
          <p:cNvSpPr txBox="1"/>
          <p:nvPr>
            <p:ph type="title"/>
          </p:nvPr>
        </p:nvSpPr>
        <p:spPr>
          <a:xfrm>
            <a:off x="1411950" y="1255350"/>
            <a:ext cx="6320100" cy="263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9"/>
          <p:cNvGrpSpPr/>
          <p:nvPr/>
        </p:nvGrpSpPr>
        <p:grpSpPr>
          <a:xfrm>
            <a:off x="7112700" y="568263"/>
            <a:ext cx="1010750" cy="599700"/>
            <a:chOff x="1697200" y="2217150"/>
            <a:chExt cx="1010750" cy="599700"/>
          </a:xfrm>
        </p:grpSpPr>
        <p:sp>
          <p:nvSpPr>
            <p:cNvPr id="122" name="Google Shape;122;p9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9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9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" name="Google Shape;129;p9"/>
          <p:cNvGrpSpPr/>
          <p:nvPr/>
        </p:nvGrpSpPr>
        <p:grpSpPr>
          <a:xfrm flipH="1" rot="5400000">
            <a:off x="88660" y="3872979"/>
            <a:ext cx="774625" cy="407800"/>
            <a:chOff x="1663300" y="3302675"/>
            <a:chExt cx="774625" cy="407800"/>
          </a:xfrm>
        </p:grpSpPr>
        <p:sp>
          <p:nvSpPr>
            <p:cNvPr id="130" name="Google Shape;130;p9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9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9"/>
          <p:cNvSpPr/>
          <p:nvPr/>
        </p:nvSpPr>
        <p:spPr>
          <a:xfrm>
            <a:off x="-2695045" y="-747400"/>
            <a:ext cx="5642025" cy="5674650"/>
          </a:xfrm>
          <a:custGeom>
            <a:rect b="b" l="l" r="r" t="t"/>
            <a:pathLst>
              <a:path extrusionOk="0" h="226986" w="225681">
                <a:moveTo>
                  <a:pt x="225681" y="0"/>
                </a:moveTo>
                <a:cubicBezTo>
                  <a:pt x="216325" y="12757"/>
                  <a:pt x="209318" y="28425"/>
                  <a:pt x="196097" y="37113"/>
                </a:cubicBezTo>
                <a:cubicBezTo>
                  <a:pt x="183019" y="45707"/>
                  <a:pt x="166720" y="48201"/>
                  <a:pt x="151453" y="51636"/>
                </a:cubicBezTo>
                <a:cubicBezTo>
                  <a:pt x="144804" y="53132"/>
                  <a:pt x="137608" y="52818"/>
                  <a:pt x="131013" y="51098"/>
                </a:cubicBezTo>
                <a:cubicBezTo>
                  <a:pt x="127173" y="50096"/>
                  <a:pt x="122099" y="50508"/>
                  <a:pt x="119718" y="47333"/>
                </a:cubicBezTo>
                <a:cubicBezTo>
                  <a:pt x="117330" y="44148"/>
                  <a:pt x="117555" y="34241"/>
                  <a:pt x="121331" y="35500"/>
                </a:cubicBezTo>
                <a:cubicBezTo>
                  <a:pt x="132264" y="39146"/>
                  <a:pt x="133233" y="62335"/>
                  <a:pt x="124559" y="69924"/>
                </a:cubicBezTo>
                <a:cubicBezTo>
                  <a:pt x="115255" y="78065"/>
                  <a:pt x="101417" y="78677"/>
                  <a:pt x="89596" y="82296"/>
                </a:cubicBezTo>
                <a:cubicBezTo>
                  <a:pt x="76784" y="86218"/>
                  <a:pt x="64488" y="92041"/>
                  <a:pt x="53020" y="98970"/>
                </a:cubicBezTo>
                <a:cubicBezTo>
                  <a:pt x="32246" y="111521"/>
                  <a:pt x="13383" y="131002"/>
                  <a:pt x="5149" y="153834"/>
                </a:cubicBezTo>
                <a:cubicBezTo>
                  <a:pt x="-3124" y="176774"/>
                  <a:pt x="-330" y="203497"/>
                  <a:pt x="6225" y="22698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4" name="Google Shape;134;p9"/>
          <p:cNvSpPr/>
          <p:nvPr/>
        </p:nvSpPr>
        <p:spPr>
          <a:xfrm>
            <a:off x="-1630400" y="3432750"/>
            <a:ext cx="4393100" cy="3509675"/>
          </a:xfrm>
          <a:custGeom>
            <a:rect b="b" l="l" r="r" t="t"/>
            <a:pathLst>
              <a:path extrusionOk="0" h="140387" w="175724">
                <a:moveTo>
                  <a:pt x="0" y="0"/>
                </a:moveTo>
                <a:cubicBezTo>
                  <a:pt x="6166" y="19727"/>
                  <a:pt x="25235" y="35928"/>
                  <a:pt x="44645" y="43030"/>
                </a:cubicBezTo>
                <a:cubicBezTo>
                  <a:pt x="74433" y="53929"/>
                  <a:pt x="107754" y="52470"/>
                  <a:pt x="137698" y="62932"/>
                </a:cubicBezTo>
                <a:cubicBezTo>
                  <a:pt x="153259" y="68369"/>
                  <a:pt x="167806" y="81780"/>
                  <a:pt x="173198" y="97356"/>
                </a:cubicBezTo>
                <a:cubicBezTo>
                  <a:pt x="177899" y="110937"/>
                  <a:pt x="175053" y="126753"/>
                  <a:pt x="170509" y="14038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5" name="Google Shape;135;p9"/>
          <p:cNvSpPr/>
          <p:nvPr/>
        </p:nvSpPr>
        <p:spPr>
          <a:xfrm flipH="1" rot="10800000">
            <a:off x="7294600" y="3906486"/>
            <a:ext cx="2136518" cy="2072964"/>
          </a:xfrm>
          <a:custGeom>
            <a:rect b="b" l="l" r="r" t="t"/>
            <a:pathLst>
              <a:path extrusionOk="0" h="121957" w="125696">
                <a:moveTo>
                  <a:pt x="0" y="0"/>
                </a:moveTo>
                <a:cubicBezTo>
                  <a:pt x="2429" y="13372"/>
                  <a:pt x="11499" y="25222"/>
                  <a:pt x="20977" y="34963"/>
                </a:cubicBezTo>
                <a:cubicBezTo>
                  <a:pt x="33981" y="48328"/>
                  <a:pt x="53230" y="56620"/>
                  <a:pt x="61856" y="73152"/>
                </a:cubicBezTo>
                <a:cubicBezTo>
                  <a:pt x="69438" y="87683"/>
                  <a:pt x="69009" y="126065"/>
                  <a:pt x="53250" y="121562"/>
                </a:cubicBezTo>
                <a:cubicBezTo>
                  <a:pt x="49080" y="120371"/>
                  <a:pt x="48372" y="111509"/>
                  <a:pt x="51636" y="108653"/>
                </a:cubicBezTo>
                <a:cubicBezTo>
                  <a:pt x="54080" y="106515"/>
                  <a:pt x="58103" y="107118"/>
                  <a:pt x="61318" y="107577"/>
                </a:cubicBezTo>
                <a:cubicBezTo>
                  <a:pt x="68707" y="108633"/>
                  <a:pt x="74729" y="114210"/>
                  <a:pt x="81758" y="116721"/>
                </a:cubicBezTo>
                <a:cubicBezTo>
                  <a:pt x="89532" y="119498"/>
                  <a:pt x="98730" y="120586"/>
                  <a:pt x="106500" y="117797"/>
                </a:cubicBezTo>
                <a:cubicBezTo>
                  <a:pt x="113676" y="115221"/>
                  <a:pt x="121137" y="109912"/>
                  <a:pt x="123713" y="102736"/>
                </a:cubicBezTo>
                <a:cubicBezTo>
                  <a:pt x="126865" y="93954"/>
                  <a:pt x="125430" y="84074"/>
                  <a:pt x="124788" y="7476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6" name="Google Shape;136;p9"/>
          <p:cNvSpPr/>
          <p:nvPr/>
        </p:nvSpPr>
        <p:spPr>
          <a:xfrm flipH="1" rot="9395446">
            <a:off x="7197986" y="-2024940"/>
            <a:ext cx="3559362" cy="3765214"/>
          </a:xfrm>
          <a:custGeom>
            <a:rect b="b" l="l" r="r" t="t"/>
            <a:pathLst>
              <a:path extrusionOk="0" h="150607" w="142373">
                <a:moveTo>
                  <a:pt x="142029" y="0"/>
                </a:moveTo>
                <a:cubicBezTo>
                  <a:pt x="144256" y="15587"/>
                  <a:pt x="132858" y="34730"/>
                  <a:pt x="118363" y="40879"/>
                </a:cubicBezTo>
                <a:cubicBezTo>
                  <a:pt x="97331" y="49801"/>
                  <a:pt x="71929" y="42940"/>
                  <a:pt x="50589" y="51099"/>
                </a:cubicBezTo>
                <a:cubicBezTo>
                  <a:pt x="29252" y="59257"/>
                  <a:pt x="11935" y="80120"/>
                  <a:pt x="4332" y="101660"/>
                </a:cubicBezTo>
                <a:cubicBezTo>
                  <a:pt x="-1100" y="117049"/>
                  <a:pt x="-1228" y="134916"/>
                  <a:pt x="3256" y="150607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7" name="Google Shape;137;p9"/>
          <p:cNvSpPr txBox="1"/>
          <p:nvPr>
            <p:ph type="title"/>
          </p:nvPr>
        </p:nvSpPr>
        <p:spPr>
          <a:xfrm>
            <a:off x="1029675" y="1145425"/>
            <a:ext cx="7084800" cy="133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8" name="Google Shape;138;p9"/>
          <p:cNvSpPr txBox="1"/>
          <p:nvPr>
            <p:ph idx="1" type="subTitle"/>
          </p:nvPr>
        </p:nvSpPr>
        <p:spPr>
          <a:xfrm>
            <a:off x="1029675" y="2562999"/>
            <a:ext cx="7084800" cy="14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type="title"/>
          </p:nvPr>
        </p:nvSpPr>
        <p:spPr>
          <a:xfrm>
            <a:off x="713225" y="539500"/>
            <a:ext cx="4167900" cy="1332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41" name="Google Shape;141;p10"/>
          <p:cNvGrpSpPr/>
          <p:nvPr/>
        </p:nvGrpSpPr>
        <p:grpSpPr>
          <a:xfrm flipH="1" rot="5400000">
            <a:off x="8210857" y="2271898"/>
            <a:ext cx="1010750" cy="599700"/>
            <a:chOff x="1697200" y="2217150"/>
            <a:chExt cx="1010750" cy="599700"/>
          </a:xfrm>
        </p:grpSpPr>
        <p:sp>
          <p:nvSpPr>
            <p:cNvPr id="142" name="Google Shape;142;p10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0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0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0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0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0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0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10"/>
          <p:cNvGrpSpPr/>
          <p:nvPr/>
        </p:nvGrpSpPr>
        <p:grpSpPr>
          <a:xfrm rot="5400000">
            <a:off x="122010" y="275913"/>
            <a:ext cx="774625" cy="407800"/>
            <a:chOff x="1663300" y="3302675"/>
            <a:chExt cx="774625" cy="407800"/>
          </a:xfrm>
        </p:grpSpPr>
        <p:sp>
          <p:nvSpPr>
            <p:cNvPr id="150" name="Google Shape;150;p10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0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0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10"/>
          <p:cNvSpPr/>
          <p:nvPr/>
        </p:nvSpPr>
        <p:spPr>
          <a:xfrm>
            <a:off x="-806825" y="2729750"/>
            <a:ext cx="2481350" cy="4410650"/>
          </a:xfrm>
          <a:custGeom>
            <a:rect b="b" l="l" r="r" t="t"/>
            <a:pathLst>
              <a:path extrusionOk="0" h="176426" w="99254">
                <a:moveTo>
                  <a:pt x="0" y="0"/>
                </a:moveTo>
                <a:cubicBezTo>
                  <a:pt x="0" y="13498"/>
                  <a:pt x="3633" y="28005"/>
                  <a:pt x="11833" y="38728"/>
                </a:cubicBezTo>
                <a:cubicBezTo>
                  <a:pt x="18855" y="47911"/>
                  <a:pt x="32820" y="48458"/>
                  <a:pt x="43569" y="52713"/>
                </a:cubicBezTo>
                <a:cubicBezTo>
                  <a:pt x="53465" y="56630"/>
                  <a:pt x="63303" y="62050"/>
                  <a:pt x="70463" y="69925"/>
                </a:cubicBezTo>
                <a:cubicBezTo>
                  <a:pt x="79694" y="80079"/>
                  <a:pt x="85525" y="95734"/>
                  <a:pt x="82834" y="109190"/>
                </a:cubicBezTo>
                <a:cubicBezTo>
                  <a:pt x="81341" y="116653"/>
                  <a:pt x="72493" y="125050"/>
                  <a:pt x="76917" y="131243"/>
                </a:cubicBezTo>
                <a:cubicBezTo>
                  <a:pt x="81231" y="137283"/>
                  <a:pt x="91203" y="138125"/>
                  <a:pt x="94667" y="144690"/>
                </a:cubicBezTo>
                <a:cubicBezTo>
                  <a:pt x="98230" y="151442"/>
                  <a:pt x="100530" y="159941"/>
                  <a:pt x="98433" y="167282"/>
                </a:cubicBezTo>
                <a:cubicBezTo>
                  <a:pt x="97316" y="171191"/>
                  <a:pt x="93616" y="173987"/>
                  <a:pt x="90364" y="176426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4" name="Google Shape;154;p10"/>
          <p:cNvSpPr/>
          <p:nvPr/>
        </p:nvSpPr>
        <p:spPr>
          <a:xfrm>
            <a:off x="6899641" y="-820275"/>
            <a:ext cx="3217400" cy="2580450"/>
          </a:xfrm>
          <a:custGeom>
            <a:rect b="b" l="l" r="r" t="t"/>
            <a:pathLst>
              <a:path extrusionOk="0" h="103218" w="128696">
                <a:moveTo>
                  <a:pt x="24152" y="0"/>
                </a:moveTo>
                <a:cubicBezTo>
                  <a:pt x="38138" y="13054"/>
                  <a:pt x="44140" y="40028"/>
                  <a:pt x="34372" y="56478"/>
                </a:cubicBezTo>
                <a:cubicBezTo>
                  <a:pt x="28872" y="65741"/>
                  <a:pt x="12905" y="72315"/>
                  <a:pt x="3713" y="66698"/>
                </a:cubicBezTo>
                <a:cubicBezTo>
                  <a:pt x="665" y="64835"/>
                  <a:pt x="-841" y="59795"/>
                  <a:pt x="486" y="56478"/>
                </a:cubicBezTo>
                <a:cubicBezTo>
                  <a:pt x="1964" y="52782"/>
                  <a:pt x="6189" y="49332"/>
                  <a:pt x="10167" y="49485"/>
                </a:cubicBezTo>
                <a:cubicBezTo>
                  <a:pt x="18525" y="49807"/>
                  <a:pt x="25466" y="56800"/>
                  <a:pt x="31683" y="62395"/>
                </a:cubicBezTo>
                <a:cubicBezTo>
                  <a:pt x="43274" y="72827"/>
                  <a:pt x="51083" y="88231"/>
                  <a:pt x="65031" y="95205"/>
                </a:cubicBezTo>
                <a:cubicBezTo>
                  <a:pt x="77109" y="101244"/>
                  <a:pt x="91419" y="104269"/>
                  <a:pt x="104835" y="102736"/>
                </a:cubicBezTo>
                <a:cubicBezTo>
                  <a:pt x="118817" y="101138"/>
                  <a:pt x="130054" y="81761"/>
                  <a:pt x="128502" y="67773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5" name="Google Shape;155;p10"/>
          <p:cNvSpPr/>
          <p:nvPr/>
        </p:nvSpPr>
        <p:spPr>
          <a:xfrm>
            <a:off x="5002300" y="3751725"/>
            <a:ext cx="4854400" cy="2299450"/>
          </a:xfrm>
          <a:custGeom>
            <a:rect b="b" l="l" r="r" t="t"/>
            <a:pathLst>
              <a:path extrusionOk="0" h="91978" w="194176">
                <a:moveTo>
                  <a:pt x="194176" y="0"/>
                </a:moveTo>
                <a:cubicBezTo>
                  <a:pt x="186286" y="7101"/>
                  <a:pt x="179319" y="17359"/>
                  <a:pt x="168895" y="19364"/>
                </a:cubicBezTo>
                <a:cubicBezTo>
                  <a:pt x="153216" y="22380"/>
                  <a:pt x="135427" y="14089"/>
                  <a:pt x="121024" y="20978"/>
                </a:cubicBezTo>
                <a:cubicBezTo>
                  <a:pt x="108557" y="26941"/>
                  <a:pt x="104380" y="45171"/>
                  <a:pt x="91440" y="50023"/>
                </a:cubicBezTo>
                <a:cubicBezTo>
                  <a:pt x="85059" y="52416"/>
                  <a:pt x="77633" y="48990"/>
                  <a:pt x="71001" y="50561"/>
                </a:cubicBezTo>
                <a:cubicBezTo>
                  <a:pt x="58222" y="53588"/>
                  <a:pt x="48540" y="64196"/>
                  <a:pt x="37652" y="71539"/>
                </a:cubicBezTo>
                <a:cubicBezTo>
                  <a:pt x="25812" y="79524"/>
                  <a:pt x="12245" y="84631"/>
                  <a:pt x="0" y="91978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 flipH="1" rot="-4481356">
            <a:off x="6615497" y="2447896"/>
            <a:ext cx="4078954" cy="5279850"/>
          </a:xfrm>
          <a:custGeom>
            <a:rect b="b" l="l" r="r" t="t"/>
            <a:pathLst>
              <a:path extrusionOk="0" h="226986" w="225681">
                <a:moveTo>
                  <a:pt x="225681" y="0"/>
                </a:moveTo>
                <a:cubicBezTo>
                  <a:pt x="216325" y="12757"/>
                  <a:pt x="209318" y="28425"/>
                  <a:pt x="196097" y="37113"/>
                </a:cubicBezTo>
                <a:cubicBezTo>
                  <a:pt x="183019" y="45707"/>
                  <a:pt x="166720" y="48201"/>
                  <a:pt x="151453" y="51636"/>
                </a:cubicBezTo>
                <a:cubicBezTo>
                  <a:pt x="144804" y="53132"/>
                  <a:pt x="137608" y="52818"/>
                  <a:pt x="131013" y="51098"/>
                </a:cubicBezTo>
                <a:cubicBezTo>
                  <a:pt x="127173" y="50096"/>
                  <a:pt x="122099" y="50508"/>
                  <a:pt x="119718" y="47333"/>
                </a:cubicBezTo>
                <a:cubicBezTo>
                  <a:pt x="117330" y="44148"/>
                  <a:pt x="117555" y="34241"/>
                  <a:pt x="121331" y="35500"/>
                </a:cubicBezTo>
                <a:cubicBezTo>
                  <a:pt x="132264" y="39146"/>
                  <a:pt x="133233" y="62335"/>
                  <a:pt x="124559" y="69924"/>
                </a:cubicBezTo>
                <a:cubicBezTo>
                  <a:pt x="115255" y="78065"/>
                  <a:pt x="101417" y="78677"/>
                  <a:pt x="89596" y="82296"/>
                </a:cubicBezTo>
                <a:cubicBezTo>
                  <a:pt x="76784" y="86218"/>
                  <a:pt x="64488" y="92041"/>
                  <a:pt x="53020" y="98970"/>
                </a:cubicBezTo>
                <a:cubicBezTo>
                  <a:pt x="32246" y="111521"/>
                  <a:pt x="13383" y="131002"/>
                  <a:pt x="5149" y="153834"/>
                </a:cubicBezTo>
                <a:cubicBezTo>
                  <a:pt x="-3124" y="176774"/>
                  <a:pt x="-330" y="203497"/>
                  <a:pt x="6225" y="22698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" name="Google Shape;158;p11"/>
          <p:cNvSpPr/>
          <p:nvPr/>
        </p:nvSpPr>
        <p:spPr>
          <a:xfrm flipH="1" rot="5400000">
            <a:off x="-1275471" y="3140459"/>
            <a:ext cx="3941050" cy="3148529"/>
          </a:xfrm>
          <a:custGeom>
            <a:rect b="b" l="l" r="r" t="t"/>
            <a:pathLst>
              <a:path extrusionOk="0" h="140387" w="175724">
                <a:moveTo>
                  <a:pt x="0" y="0"/>
                </a:moveTo>
                <a:cubicBezTo>
                  <a:pt x="6166" y="19727"/>
                  <a:pt x="25235" y="35928"/>
                  <a:pt x="44645" y="43030"/>
                </a:cubicBezTo>
                <a:cubicBezTo>
                  <a:pt x="74433" y="53929"/>
                  <a:pt x="107754" y="52470"/>
                  <a:pt x="137698" y="62932"/>
                </a:cubicBezTo>
                <a:cubicBezTo>
                  <a:pt x="153259" y="68369"/>
                  <a:pt x="167806" y="81780"/>
                  <a:pt x="173198" y="97356"/>
                </a:cubicBezTo>
                <a:cubicBezTo>
                  <a:pt x="177899" y="110937"/>
                  <a:pt x="175053" y="126753"/>
                  <a:pt x="170509" y="14038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9" name="Google Shape;159;p11"/>
          <p:cNvSpPr/>
          <p:nvPr/>
        </p:nvSpPr>
        <p:spPr>
          <a:xfrm rot="-2991824">
            <a:off x="-1060877" y="-858888"/>
            <a:ext cx="3443631" cy="2045327"/>
          </a:xfrm>
          <a:custGeom>
            <a:rect b="b" l="l" r="r" t="t"/>
            <a:pathLst>
              <a:path extrusionOk="0" h="121957" w="125696">
                <a:moveTo>
                  <a:pt x="0" y="0"/>
                </a:moveTo>
                <a:cubicBezTo>
                  <a:pt x="2429" y="13372"/>
                  <a:pt x="11499" y="25222"/>
                  <a:pt x="20977" y="34963"/>
                </a:cubicBezTo>
                <a:cubicBezTo>
                  <a:pt x="33981" y="48328"/>
                  <a:pt x="53230" y="56620"/>
                  <a:pt x="61856" y="73152"/>
                </a:cubicBezTo>
                <a:cubicBezTo>
                  <a:pt x="69438" y="87683"/>
                  <a:pt x="69009" y="126065"/>
                  <a:pt x="53250" y="121562"/>
                </a:cubicBezTo>
                <a:cubicBezTo>
                  <a:pt x="49080" y="120371"/>
                  <a:pt x="48372" y="111509"/>
                  <a:pt x="51636" y="108653"/>
                </a:cubicBezTo>
                <a:cubicBezTo>
                  <a:pt x="54080" y="106515"/>
                  <a:pt x="58103" y="107118"/>
                  <a:pt x="61318" y="107577"/>
                </a:cubicBezTo>
                <a:cubicBezTo>
                  <a:pt x="68707" y="108633"/>
                  <a:pt x="74729" y="114210"/>
                  <a:pt x="81758" y="116721"/>
                </a:cubicBezTo>
                <a:cubicBezTo>
                  <a:pt x="89532" y="119498"/>
                  <a:pt x="98730" y="120586"/>
                  <a:pt x="106500" y="117797"/>
                </a:cubicBezTo>
                <a:cubicBezTo>
                  <a:pt x="113676" y="115221"/>
                  <a:pt x="121137" y="109912"/>
                  <a:pt x="123713" y="102736"/>
                </a:cubicBezTo>
                <a:cubicBezTo>
                  <a:pt x="126865" y="93954"/>
                  <a:pt x="125430" y="84074"/>
                  <a:pt x="124788" y="7476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" name="Google Shape;160;p11"/>
          <p:cNvSpPr/>
          <p:nvPr/>
        </p:nvSpPr>
        <p:spPr>
          <a:xfrm rot="-6085267">
            <a:off x="6555218" y="-1487433"/>
            <a:ext cx="3129394" cy="3310379"/>
          </a:xfrm>
          <a:custGeom>
            <a:rect b="b" l="l" r="r" t="t"/>
            <a:pathLst>
              <a:path extrusionOk="0" h="150607" w="142373">
                <a:moveTo>
                  <a:pt x="142029" y="0"/>
                </a:moveTo>
                <a:cubicBezTo>
                  <a:pt x="144256" y="15587"/>
                  <a:pt x="132858" y="34730"/>
                  <a:pt x="118363" y="40879"/>
                </a:cubicBezTo>
                <a:cubicBezTo>
                  <a:pt x="97331" y="49801"/>
                  <a:pt x="71929" y="42940"/>
                  <a:pt x="50589" y="51099"/>
                </a:cubicBezTo>
                <a:cubicBezTo>
                  <a:pt x="29252" y="59257"/>
                  <a:pt x="11935" y="80120"/>
                  <a:pt x="4332" y="101660"/>
                </a:cubicBezTo>
                <a:cubicBezTo>
                  <a:pt x="-1100" y="117049"/>
                  <a:pt x="-1228" y="134916"/>
                  <a:pt x="3256" y="150607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61" name="Google Shape;161;p11"/>
          <p:cNvGrpSpPr/>
          <p:nvPr/>
        </p:nvGrpSpPr>
        <p:grpSpPr>
          <a:xfrm flipH="1" rot="1792496">
            <a:off x="4616216" y="272599"/>
            <a:ext cx="1010733" cy="599690"/>
            <a:chOff x="1697200" y="2217150"/>
            <a:chExt cx="1010750" cy="599700"/>
          </a:xfrm>
        </p:grpSpPr>
        <p:sp>
          <p:nvSpPr>
            <p:cNvPr id="162" name="Google Shape;162;p11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1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1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1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1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1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1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1"/>
          <p:cNvSpPr txBox="1"/>
          <p:nvPr>
            <p:ph hasCustomPrompt="1" type="title"/>
          </p:nvPr>
        </p:nvSpPr>
        <p:spPr>
          <a:xfrm>
            <a:off x="1316550" y="1433250"/>
            <a:ext cx="6510900" cy="147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0" name="Google Shape;170;p11"/>
          <p:cNvSpPr txBox="1"/>
          <p:nvPr>
            <p:ph idx="1" type="subTitle"/>
          </p:nvPr>
        </p:nvSpPr>
        <p:spPr>
          <a:xfrm>
            <a:off x="1316550" y="3060750"/>
            <a:ext cx="6510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720000" y="368825"/>
            <a:ext cx="405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4" name="Google Shape;174;p13"/>
          <p:cNvSpPr txBox="1"/>
          <p:nvPr>
            <p:ph idx="1" type="subTitle"/>
          </p:nvPr>
        </p:nvSpPr>
        <p:spPr>
          <a:xfrm>
            <a:off x="1680224" y="1669704"/>
            <a:ext cx="254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3"/>
          <p:cNvSpPr txBox="1"/>
          <p:nvPr>
            <p:ph idx="2" type="subTitle"/>
          </p:nvPr>
        </p:nvSpPr>
        <p:spPr>
          <a:xfrm>
            <a:off x="1683624" y="2850504"/>
            <a:ext cx="254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3"/>
          <p:cNvSpPr txBox="1"/>
          <p:nvPr>
            <p:ph idx="3" type="subTitle"/>
          </p:nvPr>
        </p:nvSpPr>
        <p:spPr>
          <a:xfrm>
            <a:off x="1680224" y="4031304"/>
            <a:ext cx="254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3"/>
          <p:cNvSpPr txBox="1"/>
          <p:nvPr>
            <p:ph hasCustomPrompt="1" idx="4" type="title"/>
          </p:nvPr>
        </p:nvSpPr>
        <p:spPr>
          <a:xfrm>
            <a:off x="713226" y="1358950"/>
            <a:ext cx="8112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/>
          <p:nvPr>
            <p:ph hasCustomPrompt="1" idx="5" type="title"/>
          </p:nvPr>
        </p:nvSpPr>
        <p:spPr>
          <a:xfrm>
            <a:off x="716624" y="2539750"/>
            <a:ext cx="8112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/>
          <p:nvPr>
            <p:ph hasCustomPrompt="1" idx="6" type="title"/>
          </p:nvPr>
        </p:nvSpPr>
        <p:spPr>
          <a:xfrm>
            <a:off x="713229" y="3720550"/>
            <a:ext cx="8112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 txBox="1"/>
          <p:nvPr>
            <p:ph idx="7" type="subTitle"/>
          </p:nvPr>
        </p:nvSpPr>
        <p:spPr>
          <a:xfrm>
            <a:off x="1680224" y="1340358"/>
            <a:ext cx="254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1" name="Google Shape;181;p13"/>
          <p:cNvSpPr txBox="1"/>
          <p:nvPr>
            <p:ph idx="8" type="subTitle"/>
          </p:nvPr>
        </p:nvSpPr>
        <p:spPr>
          <a:xfrm>
            <a:off x="1683623" y="2521158"/>
            <a:ext cx="254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2" name="Google Shape;182;p13"/>
          <p:cNvSpPr txBox="1"/>
          <p:nvPr>
            <p:ph idx="9" type="subTitle"/>
          </p:nvPr>
        </p:nvSpPr>
        <p:spPr>
          <a:xfrm>
            <a:off x="1680227" y="3701958"/>
            <a:ext cx="254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3" name="Google Shape;183;p13"/>
          <p:cNvSpPr/>
          <p:nvPr>
            <p:ph idx="13" type="pic"/>
          </p:nvPr>
        </p:nvSpPr>
        <p:spPr>
          <a:xfrm flipH="1">
            <a:off x="5135126" y="311100"/>
            <a:ext cx="3471000" cy="45213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84" name="Google Shape;184;p13"/>
          <p:cNvGrpSpPr/>
          <p:nvPr/>
        </p:nvGrpSpPr>
        <p:grpSpPr>
          <a:xfrm>
            <a:off x="233304" y="186994"/>
            <a:ext cx="754377" cy="604280"/>
            <a:chOff x="-1582746" y="-653429"/>
            <a:chExt cx="664825" cy="532546"/>
          </a:xfrm>
        </p:grpSpPr>
        <p:sp>
          <p:nvSpPr>
            <p:cNvPr id="185" name="Google Shape;185;p13"/>
            <p:cNvSpPr/>
            <p:nvPr/>
          </p:nvSpPr>
          <p:spPr>
            <a:xfrm flipH="1">
              <a:off x="-996121" y="-634229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 flipH="1">
              <a:off x="-1413746" y="-653429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 flipH="1">
              <a:off x="-1582746" y="-411604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3"/>
            <p:cNvSpPr/>
            <p:nvPr/>
          </p:nvSpPr>
          <p:spPr>
            <a:xfrm flipH="1">
              <a:off x="-1300212" y="-499108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3"/>
            <p:cNvSpPr/>
            <p:nvPr/>
          </p:nvSpPr>
          <p:spPr>
            <a:xfrm flipH="1">
              <a:off x="-1434238" y="-176008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13"/>
          <p:cNvSpPr/>
          <p:nvPr/>
        </p:nvSpPr>
        <p:spPr>
          <a:xfrm>
            <a:off x="-766475" y="3776583"/>
            <a:ext cx="3845850" cy="2592850"/>
          </a:xfrm>
          <a:custGeom>
            <a:rect b="b" l="l" r="r" t="t"/>
            <a:pathLst>
              <a:path extrusionOk="0" h="103714" w="153834">
                <a:moveTo>
                  <a:pt x="0" y="441"/>
                </a:moveTo>
                <a:cubicBezTo>
                  <a:pt x="6168" y="-1322"/>
                  <a:pt x="12455" y="4743"/>
                  <a:pt x="17212" y="9047"/>
                </a:cubicBezTo>
                <a:cubicBezTo>
                  <a:pt x="27307" y="18180"/>
                  <a:pt x="36143" y="29497"/>
                  <a:pt x="48409" y="35403"/>
                </a:cubicBezTo>
                <a:cubicBezTo>
                  <a:pt x="58311" y="40170"/>
                  <a:pt x="70275" y="37635"/>
                  <a:pt x="81220" y="38630"/>
                </a:cubicBezTo>
                <a:cubicBezTo>
                  <a:pt x="92437" y="39650"/>
                  <a:pt x="103729" y="42146"/>
                  <a:pt x="114031" y="46698"/>
                </a:cubicBezTo>
                <a:cubicBezTo>
                  <a:pt x="128770" y="53211"/>
                  <a:pt x="141619" y="65472"/>
                  <a:pt x="149531" y="79509"/>
                </a:cubicBezTo>
                <a:cubicBezTo>
                  <a:pt x="153555" y="86648"/>
                  <a:pt x="153462" y="95528"/>
                  <a:pt x="153834" y="103714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/>
          <p:nvPr>
            <p:ph type="title"/>
          </p:nvPr>
        </p:nvSpPr>
        <p:spPr>
          <a:xfrm>
            <a:off x="713225" y="1724150"/>
            <a:ext cx="3832200" cy="13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3" name="Google Shape;193;p14"/>
          <p:cNvSpPr txBox="1"/>
          <p:nvPr>
            <p:ph hasCustomPrompt="1" idx="2" type="title"/>
          </p:nvPr>
        </p:nvSpPr>
        <p:spPr>
          <a:xfrm>
            <a:off x="713225" y="1105838"/>
            <a:ext cx="1099200" cy="618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4" name="Google Shape;194;p14"/>
          <p:cNvSpPr txBox="1"/>
          <p:nvPr>
            <p:ph idx="1" type="subTitle"/>
          </p:nvPr>
        </p:nvSpPr>
        <p:spPr>
          <a:xfrm>
            <a:off x="713225" y="3065350"/>
            <a:ext cx="3832200" cy="10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4"/>
          <p:cNvSpPr/>
          <p:nvPr>
            <p:ph idx="3" type="pic"/>
          </p:nvPr>
        </p:nvSpPr>
        <p:spPr>
          <a:xfrm>
            <a:off x="4164628" y="448511"/>
            <a:ext cx="4439100" cy="42465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96" name="Google Shape;196;p14"/>
          <p:cNvGrpSpPr/>
          <p:nvPr/>
        </p:nvGrpSpPr>
        <p:grpSpPr>
          <a:xfrm rot="10800000">
            <a:off x="243202" y="4366081"/>
            <a:ext cx="1010750" cy="599700"/>
            <a:chOff x="1697200" y="2217150"/>
            <a:chExt cx="1010750" cy="599700"/>
          </a:xfrm>
        </p:grpSpPr>
        <p:sp>
          <p:nvSpPr>
            <p:cNvPr id="197" name="Google Shape;197;p14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" name="Google Shape;204;p14"/>
          <p:cNvSpPr/>
          <p:nvPr/>
        </p:nvSpPr>
        <p:spPr>
          <a:xfrm rot="-9678357">
            <a:off x="30836" y="-1326455"/>
            <a:ext cx="4087737" cy="3173354"/>
          </a:xfrm>
          <a:custGeom>
            <a:rect b="b" l="l" r="r" t="t"/>
            <a:pathLst>
              <a:path extrusionOk="0" h="126940" w="163517">
                <a:moveTo>
                  <a:pt x="163517" y="0"/>
                </a:moveTo>
                <a:cubicBezTo>
                  <a:pt x="156072" y="13171"/>
                  <a:pt x="146907" y="26640"/>
                  <a:pt x="133933" y="34424"/>
                </a:cubicBezTo>
                <a:cubicBezTo>
                  <a:pt x="125327" y="39587"/>
                  <a:pt x="115161" y="41672"/>
                  <a:pt x="105425" y="44106"/>
                </a:cubicBezTo>
                <a:cubicBezTo>
                  <a:pt x="97895" y="45988"/>
                  <a:pt x="89659" y="49251"/>
                  <a:pt x="82296" y="46796"/>
                </a:cubicBezTo>
                <a:cubicBezTo>
                  <a:pt x="80220" y="46104"/>
                  <a:pt x="77730" y="45063"/>
                  <a:pt x="76918" y="43031"/>
                </a:cubicBezTo>
                <a:cubicBezTo>
                  <a:pt x="76106" y="40999"/>
                  <a:pt x="78806" y="36526"/>
                  <a:pt x="80683" y="37652"/>
                </a:cubicBezTo>
                <a:cubicBezTo>
                  <a:pt x="86473" y="41125"/>
                  <a:pt x="82247" y="53408"/>
                  <a:pt x="76918" y="57553"/>
                </a:cubicBezTo>
                <a:cubicBezTo>
                  <a:pt x="69215" y="63544"/>
                  <a:pt x="58455" y="63929"/>
                  <a:pt x="49486" y="67773"/>
                </a:cubicBezTo>
                <a:cubicBezTo>
                  <a:pt x="35133" y="73924"/>
                  <a:pt x="20062" y="81588"/>
                  <a:pt x="10758" y="94129"/>
                </a:cubicBezTo>
                <a:cubicBezTo>
                  <a:pt x="3900" y="103373"/>
                  <a:pt x="2258" y="115654"/>
                  <a:pt x="0" y="126940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15"/>
          <p:cNvGrpSpPr/>
          <p:nvPr/>
        </p:nvGrpSpPr>
        <p:grpSpPr>
          <a:xfrm flipH="1">
            <a:off x="8043462" y="4400106"/>
            <a:ext cx="774625" cy="407800"/>
            <a:chOff x="1663300" y="3302675"/>
            <a:chExt cx="774625" cy="407800"/>
          </a:xfrm>
        </p:grpSpPr>
        <p:sp>
          <p:nvSpPr>
            <p:cNvPr id="207" name="Google Shape;207;p15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15"/>
          <p:cNvSpPr/>
          <p:nvPr/>
        </p:nvSpPr>
        <p:spPr>
          <a:xfrm rot="4632216">
            <a:off x="-297794" y="3524249"/>
            <a:ext cx="2004753" cy="2159513"/>
          </a:xfrm>
          <a:custGeom>
            <a:rect b="b" l="l" r="r" t="t"/>
            <a:pathLst>
              <a:path extrusionOk="0" h="226986" w="225681">
                <a:moveTo>
                  <a:pt x="225681" y="0"/>
                </a:moveTo>
                <a:cubicBezTo>
                  <a:pt x="216325" y="12757"/>
                  <a:pt x="209318" y="28425"/>
                  <a:pt x="196097" y="37113"/>
                </a:cubicBezTo>
                <a:cubicBezTo>
                  <a:pt x="183019" y="45707"/>
                  <a:pt x="166720" y="48201"/>
                  <a:pt x="151453" y="51636"/>
                </a:cubicBezTo>
                <a:cubicBezTo>
                  <a:pt x="144804" y="53132"/>
                  <a:pt x="137608" y="52818"/>
                  <a:pt x="131013" y="51098"/>
                </a:cubicBezTo>
                <a:cubicBezTo>
                  <a:pt x="127173" y="50096"/>
                  <a:pt x="122099" y="50508"/>
                  <a:pt x="119718" y="47333"/>
                </a:cubicBezTo>
                <a:cubicBezTo>
                  <a:pt x="117330" y="44148"/>
                  <a:pt x="117555" y="34241"/>
                  <a:pt x="121331" y="35500"/>
                </a:cubicBezTo>
                <a:cubicBezTo>
                  <a:pt x="132264" y="39146"/>
                  <a:pt x="133233" y="62335"/>
                  <a:pt x="124559" y="69924"/>
                </a:cubicBezTo>
                <a:cubicBezTo>
                  <a:pt x="115255" y="78065"/>
                  <a:pt x="101417" y="78677"/>
                  <a:pt x="89596" y="82296"/>
                </a:cubicBezTo>
                <a:cubicBezTo>
                  <a:pt x="76784" y="86218"/>
                  <a:pt x="64488" y="92041"/>
                  <a:pt x="53020" y="98970"/>
                </a:cubicBezTo>
                <a:cubicBezTo>
                  <a:pt x="32246" y="111521"/>
                  <a:pt x="13383" y="131002"/>
                  <a:pt x="5149" y="153834"/>
                </a:cubicBezTo>
                <a:cubicBezTo>
                  <a:pt x="-3124" y="176774"/>
                  <a:pt x="-330" y="203497"/>
                  <a:pt x="6225" y="22698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1" name="Google Shape;211;p15"/>
          <p:cNvSpPr/>
          <p:nvPr/>
        </p:nvSpPr>
        <p:spPr>
          <a:xfrm rot="-5400000">
            <a:off x="7221148" y="3011590"/>
            <a:ext cx="1883761" cy="2578558"/>
          </a:xfrm>
          <a:custGeom>
            <a:rect b="b" l="l" r="r" t="t"/>
            <a:pathLst>
              <a:path extrusionOk="0" h="140387" w="175724">
                <a:moveTo>
                  <a:pt x="0" y="0"/>
                </a:moveTo>
                <a:cubicBezTo>
                  <a:pt x="6166" y="19727"/>
                  <a:pt x="25235" y="35928"/>
                  <a:pt x="44645" y="43030"/>
                </a:cubicBezTo>
                <a:cubicBezTo>
                  <a:pt x="74433" y="53929"/>
                  <a:pt x="107754" y="52470"/>
                  <a:pt x="137698" y="62932"/>
                </a:cubicBezTo>
                <a:cubicBezTo>
                  <a:pt x="153259" y="68369"/>
                  <a:pt x="167806" y="81780"/>
                  <a:pt x="173198" y="97356"/>
                </a:cubicBezTo>
                <a:cubicBezTo>
                  <a:pt x="177899" y="110937"/>
                  <a:pt x="175053" y="126753"/>
                  <a:pt x="170509" y="14038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2" name="Google Shape;212;p15"/>
          <p:cNvSpPr/>
          <p:nvPr/>
        </p:nvSpPr>
        <p:spPr>
          <a:xfrm flipH="1" rot="2991622">
            <a:off x="7643649" y="-303196"/>
            <a:ext cx="1890843" cy="1123167"/>
          </a:xfrm>
          <a:custGeom>
            <a:rect b="b" l="l" r="r" t="t"/>
            <a:pathLst>
              <a:path extrusionOk="0" h="121957" w="125696">
                <a:moveTo>
                  <a:pt x="0" y="0"/>
                </a:moveTo>
                <a:cubicBezTo>
                  <a:pt x="2429" y="13372"/>
                  <a:pt x="11499" y="25222"/>
                  <a:pt x="20977" y="34963"/>
                </a:cubicBezTo>
                <a:cubicBezTo>
                  <a:pt x="33981" y="48328"/>
                  <a:pt x="53230" y="56620"/>
                  <a:pt x="61856" y="73152"/>
                </a:cubicBezTo>
                <a:cubicBezTo>
                  <a:pt x="69438" y="87683"/>
                  <a:pt x="69009" y="126065"/>
                  <a:pt x="53250" y="121562"/>
                </a:cubicBezTo>
                <a:cubicBezTo>
                  <a:pt x="49080" y="120371"/>
                  <a:pt x="48372" y="111509"/>
                  <a:pt x="51636" y="108653"/>
                </a:cubicBezTo>
                <a:cubicBezTo>
                  <a:pt x="54080" y="106515"/>
                  <a:pt x="58103" y="107118"/>
                  <a:pt x="61318" y="107577"/>
                </a:cubicBezTo>
                <a:cubicBezTo>
                  <a:pt x="68707" y="108633"/>
                  <a:pt x="74729" y="114210"/>
                  <a:pt x="81758" y="116721"/>
                </a:cubicBezTo>
                <a:cubicBezTo>
                  <a:pt x="89532" y="119498"/>
                  <a:pt x="98730" y="120586"/>
                  <a:pt x="106500" y="117797"/>
                </a:cubicBezTo>
                <a:cubicBezTo>
                  <a:pt x="113676" y="115221"/>
                  <a:pt x="121137" y="109912"/>
                  <a:pt x="123713" y="102736"/>
                </a:cubicBezTo>
                <a:cubicBezTo>
                  <a:pt x="126865" y="93954"/>
                  <a:pt x="125430" y="84074"/>
                  <a:pt x="124788" y="7476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3" name="Google Shape;213;p15"/>
          <p:cNvSpPr/>
          <p:nvPr/>
        </p:nvSpPr>
        <p:spPr>
          <a:xfrm flipH="1" rot="6845669">
            <a:off x="-1139197" y="-3082890"/>
            <a:ext cx="4047198" cy="4965880"/>
          </a:xfrm>
          <a:custGeom>
            <a:rect b="b" l="l" r="r" t="t"/>
            <a:pathLst>
              <a:path extrusionOk="0" h="150607" w="142373">
                <a:moveTo>
                  <a:pt x="142029" y="0"/>
                </a:moveTo>
                <a:cubicBezTo>
                  <a:pt x="144256" y="15587"/>
                  <a:pt x="132858" y="34730"/>
                  <a:pt x="118363" y="40879"/>
                </a:cubicBezTo>
                <a:cubicBezTo>
                  <a:pt x="97331" y="49801"/>
                  <a:pt x="71929" y="42940"/>
                  <a:pt x="50589" y="51099"/>
                </a:cubicBezTo>
                <a:cubicBezTo>
                  <a:pt x="29252" y="59257"/>
                  <a:pt x="11935" y="80120"/>
                  <a:pt x="4332" y="101660"/>
                </a:cubicBezTo>
                <a:cubicBezTo>
                  <a:pt x="-1100" y="117049"/>
                  <a:pt x="-1228" y="134916"/>
                  <a:pt x="3256" y="150607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4" name="Google Shape;214;p15"/>
          <p:cNvSpPr txBox="1"/>
          <p:nvPr>
            <p:ph type="title"/>
          </p:nvPr>
        </p:nvSpPr>
        <p:spPr>
          <a:xfrm>
            <a:off x="1551150" y="2028250"/>
            <a:ext cx="6041700" cy="102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5" name="Google Shape;215;p15"/>
          <p:cNvSpPr txBox="1"/>
          <p:nvPr>
            <p:ph hasCustomPrompt="1" idx="2" type="title"/>
          </p:nvPr>
        </p:nvSpPr>
        <p:spPr>
          <a:xfrm>
            <a:off x="4022350" y="1386375"/>
            <a:ext cx="1099200" cy="618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6" name="Google Shape;216;p15"/>
          <p:cNvSpPr txBox="1"/>
          <p:nvPr>
            <p:ph idx="1" type="subTitle"/>
          </p:nvPr>
        </p:nvSpPr>
        <p:spPr>
          <a:xfrm>
            <a:off x="1551150" y="3038925"/>
            <a:ext cx="6041700" cy="7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16"/>
          <p:cNvGrpSpPr/>
          <p:nvPr/>
        </p:nvGrpSpPr>
        <p:grpSpPr>
          <a:xfrm rot="10800000">
            <a:off x="6725664" y="335607"/>
            <a:ext cx="774625" cy="407800"/>
            <a:chOff x="1663300" y="3302675"/>
            <a:chExt cx="774625" cy="407800"/>
          </a:xfrm>
        </p:grpSpPr>
        <p:sp>
          <p:nvSpPr>
            <p:cNvPr id="219" name="Google Shape;219;p16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16"/>
          <p:cNvSpPr/>
          <p:nvPr/>
        </p:nvSpPr>
        <p:spPr>
          <a:xfrm flipH="1" rot="6318644">
            <a:off x="-2406817" y="-1971784"/>
            <a:ext cx="4078954" cy="5279850"/>
          </a:xfrm>
          <a:custGeom>
            <a:rect b="b" l="l" r="r" t="t"/>
            <a:pathLst>
              <a:path extrusionOk="0" h="226986" w="225681">
                <a:moveTo>
                  <a:pt x="225681" y="0"/>
                </a:moveTo>
                <a:cubicBezTo>
                  <a:pt x="216325" y="12757"/>
                  <a:pt x="209318" y="28425"/>
                  <a:pt x="196097" y="37113"/>
                </a:cubicBezTo>
                <a:cubicBezTo>
                  <a:pt x="183019" y="45707"/>
                  <a:pt x="166720" y="48201"/>
                  <a:pt x="151453" y="51636"/>
                </a:cubicBezTo>
                <a:cubicBezTo>
                  <a:pt x="144804" y="53132"/>
                  <a:pt x="137608" y="52818"/>
                  <a:pt x="131013" y="51098"/>
                </a:cubicBezTo>
                <a:cubicBezTo>
                  <a:pt x="127173" y="50096"/>
                  <a:pt x="122099" y="50508"/>
                  <a:pt x="119718" y="47333"/>
                </a:cubicBezTo>
                <a:cubicBezTo>
                  <a:pt x="117330" y="44148"/>
                  <a:pt x="117555" y="34241"/>
                  <a:pt x="121331" y="35500"/>
                </a:cubicBezTo>
                <a:cubicBezTo>
                  <a:pt x="132264" y="39146"/>
                  <a:pt x="133233" y="62335"/>
                  <a:pt x="124559" y="69924"/>
                </a:cubicBezTo>
                <a:cubicBezTo>
                  <a:pt x="115255" y="78065"/>
                  <a:pt x="101417" y="78677"/>
                  <a:pt x="89596" y="82296"/>
                </a:cubicBezTo>
                <a:cubicBezTo>
                  <a:pt x="76784" y="86218"/>
                  <a:pt x="64488" y="92041"/>
                  <a:pt x="53020" y="98970"/>
                </a:cubicBezTo>
                <a:cubicBezTo>
                  <a:pt x="32246" y="111521"/>
                  <a:pt x="13383" y="131002"/>
                  <a:pt x="5149" y="153834"/>
                </a:cubicBezTo>
                <a:cubicBezTo>
                  <a:pt x="-3124" y="176774"/>
                  <a:pt x="-330" y="203497"/>
                  <a:pt x="6225" y="22698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3" name="Google Shape;223;p16"/>
          <p:cNvSpPr/>
          <p:nvPr/>
        </p:nvSpPr>
        <p:spPr>
          <a:xfrm flipH="1" rot="-5400000">
            <a:off x="6612656" y="-1066426"/>
            <a:ext cx="3941050" cy="3148529"/>
          </a:xfrm>
          <a:custGeom>
            <a:rect b="b" l="l" r="r" t="t"/>
            <a:pathLst>
              <a:path extrusionOk="0" h="140387" w="175724">
                <a:moveTo>
                  <a:pt x="0" y="0"/>
                </a:moveTo>
                <a:cubicBezTo>
                  <a:pt x="6166" y="19727"/>
                  <a:pt x="25235" y="35928"/>
                  <a:pt x="44645" y="43030"/>
                </a:cubicBezTo>
                <a:cubicBezTo>
                  <a:pt x="74433" y="53929"/>
                  <a:pt x="107754" y="52470"/>
                  <a:pt x="137698" y="62932"/>
                </a:cubicBezTo>
                <a:cubicBezTo>
                  <a:pt x="153259" y="68369"/>
                  <a:pt x="167806" y="81780"/>
                  <a:pt x="173198" y="97356"/>
                </a:cubicBezTo>
                <a:cubicBezTo>
                  <a:pt x="177899" y="110937"/>
                  <a:pt x="175053" y="126753"/>
                  <a:pt x="170509" y="140387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4" name="Google Shape;224;p16"/>
          <p:cNvSpPr/>
          <p:nvPr/>
        </p:nvSpPr>
        <p:spPr>
          <a:xfrm rot="7808176">
            <a:off x="6530880" y="3969274"/>
            <a:ext cx="3443631" cy="2045327"/>
          </a:xfrm>
          <a:custGeom>
            <a:rect b="b" l="l" r="r" t="t"/>
            <a:pathLst>
              <a:path extrusionOk="0" h="121957" w="125696">
                <a:moveTo>
                  <a:pt x="0" y="0"/>
                </a:moveTo>
                <a:cubicBezTo>
                  <a:pt x="2429" y="13372"/>
                  <a:pt x="11499" y="25222"/>
                  <a:pt x="20977" y="34963"/>
                </a:cubicBezTo>
                <a:cubicBezTo>
                  <a:pt x="33981" y="48328"/>
                  <a:pt x="53230" y="56620"/>
                  <a:pt x="61856" y="73152"/>
                </a:cubicBezTo>
                <a:cubicBezTo>
                  <a:pt x="69438" y="87683"/>
                  <a:pt x="69009" y="126065"/>
                  <a:pt x="53250" y="121562"/>
                </a:cubicBezTo>
                <a:cubicBezTo>
                  <a:pt x="49080" y="120371"/>
                  <a:pt x="48372" y="111509"/>
                  <a:pt x="51636" y="108653"/>
                </a:cubicBezTo>
                <a:cubicBezTo>
                  <a:pt x="54080" y="106515"/>
                  <a:pt x="58103" y="107118"/>
                  <a:pt x="61318" y="107577"/>
                </a:cubicBezTo>
                <a:cubicBezTo>
                  <a:pt x="68707" y="108633"/>
                  <a:pt x="74729" y="114210"/>
                  <a:pt x="81758" y="116721"/>
                </a:cubicBezTo>
                <a:cubicBezTo>
                  <a:pt x="89532" y="119498"/>
                  <a:pt x="98730" y="120586"/>
                  <a:pt x="106500" y="117797"/>
                </a:cubicBezTo>
                <a:cubicBezTo>
                  <a:pt x="113676" y="115221"/>
                  <a:pt x="121137" y="109912"/>
                  <a:pt x="123713" y="102736"/>
                </a:cubicBezTo>
                <a:cubicBezTo>
                  <a:pt x="126865" y="93954"/>
                  <a:pt x="125430" y="84074"/>
                  <a:pt x="124788" y="7476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5" name="Google Shape;225;p16"/>
          <p:cNvSpPr/>
          <p:nvPr/>
        </p:nvSpPr>
        <p:spPr>
          <a:xfrm rot="4714733">
            <a:off x="-1087676" y="2651066"/>
            <a:ext cx="3129394" cy="3310379"/>
          </a:xfrm>
          <a:custGeom>
            <a:rect b="b" l="l" r="r" t="t"/>
            <a:pathLst>
              <a:path extrusionOk="0" h="150607" w="142373">
                <a:moveTo>
                  <a:pt x="142029" y="0"/>
                </a:moveTo>
                <a:cubicBezTo>
                  <a:pt x="144256" y="15587"/>
                  <a:pt x="132858" y="34730"/>
                  <a:pt x="118363" y="40879"/>
                </a:cubicBezTo>
                <a:cubicBezTo>
                  <a:pt x="97331" y="49801"/>
                  <a:pt x="71929" y="42940"/>
                  <a:pt x="50589" y="51099"/>
                </a:cubicBezTo>
                <a:cubicBezTo>
                  <a:pt x="29252" y="59257"/>
                  <a:pt x="11935" y="80120"/>
                  <a:pt x="4332" y="101660"/>
                </a:cubicBezTo>
                <a:cubicBezTo>
                  <a:pt x="-1100" y="117049"/>
                  <a:pt x="-1228" y="134916"/>
                  <a:pt x="3256" y="150607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6" name="Google Shape;226;p16"/>
          <p:cNvSpPr txBox="1"/>
          <p:nvPr>
            <p:ph type="title"/>
          </p:nvPr>
        </p:nvSpPr>
        <p:spPr>
          <a:xfrm>
            <a:off x="1226400" y="3083773"/>
            <a:ext cx="6691200" cy="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7" name="Google Shape;227;p16"/>
          <p:cNvSpPr txBox="1"/>
          <p:nvPr>
            <p:ph idx="1" type="subTitle"/>
          </p:nvPr>
        </p:nvSpPr>
        <p:spPr>
          <a:xfrm>
            <a:off x="1226400" y="1330127"/>
            <a:ext cx="6691200" cy="15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/>
          <p:nvPr>
            <p:ph type="title"/>
          </p:nvPr>
        </p:nvSpPr>
        <p:spPr>
          <a:xfrm>
            <a:off x="3990850" y="463300"/>
            <a:ext cx="4512000" cy="142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0" name="Google Shape;230;p17"/>
          <p:cNvSpPr txBox="1"/>
          <p:nvPr>
            <p:ph idx="1" type="subTitle"/>
          </p:nvPr>
        </p:nvSpPr>
        <p:spPr>
          <a:xfrm>
            <a:off x="3990850" y="1960175"/>
            <a:ext cx="4512000" cy="26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7"/>
          <p:cNvSpPr/>
          <p:nvPr>
            <p:ph idx="2" type="pic"/>
          </p:nvPr>
        </p:nvSpPr>
        <p:spPr>
          <a:xfrm>
            <a:off x="713225" y="539500"/>
            <a:ext cx="3949500" cy="4064400"/>
          </a:xfrm>
          <a:prstGeom prst="round1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232" name="Google Shape;232;p17"/>
          <p:cNvGrpSpPr/>
          <p:nvPr/>
        </p:nvGrpSpPr>
        <p:grpSpPr>
          <a:xfrm flipH="1" rot="10800000">
            <a:off x="325904" y="131712"/>
            <a:ext cx="774625" cy="407800"/>
            <a:chOff x="1663300" y="3302675"/>
            <a:chExt cx="774625" cy="407800"/>
          </a:xfrm>
        </p:grpSpPr>
        <p:sp>
          <p:nvSpPr>
            <p:cNvPr id="233" name="Google Shape;233;p17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17"/>
          <p:cNvSpPr/>
          <p:nvPr/>
        </p:nvSpPr>
        <p:spPr>
          <a:xfrm flipH="1" rot="10800000">
            <a:off x="6972160" y="-954713"/>
            <a:ext cx="2447375" cy="3129025"/>
          </a:xfrm>
          <a:custGeom>
            <a:rect b="b" l="l" r="r" t="t"/>
            <a:pathLst>
              <a:path extrusionOk="0" h="125161" w="97895">
                <a:moveTo>
                  <a:pt x="97895" y="30494"/>
                </a:moveTo>
                <a:cubicBezTo>
                  <a:pt x="87751" y="16967"/>
                  <a:pt x="70438" y="-6713"/>
                  <a:pt x="55940" y="1986"/>
                </a:cubicBezTo>
                <a:cubicBezTo>
                  <a:pt x="52285" y="4179"/>
                  <a:pt x="52713" y="10096"/>
                  <a:pt x="52713" y="14358"/>
                </a:cubicBezTo>
                <a:cubicBezTo>
                  <a:pt x="52713" y="31808"/>
                  <a:pt x="64821" y="50924"/>
                  <a:pt x="57016" y="66532"/>
                </a:cubicBezTo>
                <a:cubicBezTo>
                  <a:pt x="54911" y="70741"/>
                  <a:pt x="50948" y="75285"/>
                  <a:pt x="46258" y="75676"/>
                </a:cubicBezTo>
                <a:cubicBezTo>
                  <a:pt x="34275" y="76675"/>
                  <a:pt x="19944" y="70217"/>
                  <a:pt x="10220" y="77290"/>
                </a:cubicBezTo>
                <a:cubicBezTo>
                  <a:pt x="3187" y="82406"/>
                  <a:pt x="4433" y="93899"/>
                  <a:pt x="3766" y="102570"/>
                </a:cubicBezTo>
                <a:cubicBezTo>
                  <a:pt x="3180" y="110182"/>
                  <a:pt x="1366" y="117650"/>
                  <a:pt x="0" y="125161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237" name="Google Shape;237;p17"/>
          <p:cNvGrpSpPr/>
          <p:nvPr/>
        </p:nvGrpSpPr>
        <p:grpSpPr>
          <a:xfrm>
            <a:off x="7560538" y="4304159"/>
            <a:ext cx="1010750" cy="599700"/>
            <a:chOff x="1697200" y="2217150"/>
            <a:chExt cx="1010750" cy="599700"/>
          </a:xfrm>
        </p:grpSpPr>
        <p:sp>
          <p:nvSpPr>
            <p:cNvPr id="238" name="Google Shape;238;p17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7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7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18"/>
          <p:cNvGrpSpPr/>
          <p:nvPr/>
        </p:nvGrpSpPr>
        <p:grpSpPr>
          <a:xfrm rot="5400000">
            <a:off x="269996" y="335352"/>
            <a:ext cx="927025" cy="636400"/>
            <a:chOff x="1663300" y="3074075"/>
            <a:chExt cx="927025" cy="636400"/>
          </a:xfrm>
        </p:grpSpPr>
        <p:sp>
          <p:nvSpPr>
            <p:cNvPr id="247" name="Google Shape;247;p18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8"/>
            <p:cNvSpPr/>
            <p:nvPr/>
          </p:nvSpPr>
          <p:spPr>
            <a:xfrm>
              <a:off x="2507550" y="34245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1663300" y="30740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" name="Google Shape;250;p18"/>
          <p:cNvSpPr/>
          <p:nvPr/>
        </p:nvSpPr>
        <p:spPr>
          <a:xfrm rot="282778">
            <a:off x="5400711" y="3160409"/>
            <a:ext cx="4078870" cy="5279979"/>
          </a:xfrm>
          <a:custGeom>
            <a:rect b="b" l="l" r="r" t="t"/>
            <a:pathLst>
              <a:path extrusionOk="0" h="226986" w="225681">
                <a:moveTo>
                  <a:pt x="225681" y="0"/>
                </a:moveTo>
                <a:cubicBezTo>
                  <a:pt x="216325" y="12757"/>
                  <a:pt x="209318" y="28425"/>
                  <a:pt x="196097" y="37113"/>
                </a:cubicBezTo>
                <a:cubicBezTo>
                  <a:pt x="183019" y="45707"/>
                  <a:pt x="166720" y="48201"/>
                  <a:pt x="151453" y="51636"/>
                </a:cubicBezTo>
                <a:cubicBezTo>
                  <a:pt x="144804" y="53132"/>
                  <a:pt x="137608" y="52818"/>
                  <a:pt x="131013" y="51098"/>
                </a:cubicBezTo>
                <a:cubicBezTo>
                  <a:pt x="127173" y="50096"/>
                  <a:pt x="122099" y="50508"/>
                  <a:pt x="119718" y="47333"/>
                </a:cubicBezTo>
                <a:cubicBezTo>
                  <a:pt x="117330" y="44148"/>
                  <a:pt x="117555" y="34241"/>
                  <a:pt x="121331" y="35500"/>
                </a:cubicBezTo>
                <a:cubicBezTo>
                  <a:pt x="132264" y="39146"/>
                  <a:pt x="133233" y="62335"/>
                  <a:pt x="124559" y="69924"/>
                </a:cubicBezTo>
                <a:cubicBezTo>
                  <a:pt x="115255" y="78065"/>
                  <a:pt x="101417" y="78677"/>
                  <a:pt x="89596" y="82296"/>
                </a:cubicBezTo>
                <a:cubicBezTo>
                  <a:pt x="76784" y="86218"/>
                  <a:pt x="64488" y="92041"/>
                  <a:pt x="53020" y="98970"/>
                </a:cubicBezTo>
                <a:cubicBezTo>
                  <a:pt x="32246" y="111521"/>
                  <a:pt x="13383" y="131002"/>
                  <a:pt x="5149" y="153834"/>
                </a:cubicBezTo>
                <a:cubicBezTo>
                  <a:pt x="-3124" y="176774"/>
                  <a:pt x="-330" y="203497"/>
                  <a:pt x="6225" y="22698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1" name="Google Shape;251;p18"/>
          <p:cNvSpPr/>
          <p:nvPr/>
        </p:nvSpPr>
        <p:spPr>
          <a:xfrm flipH="1" rot="5400000">
            <a:off x="-1919546" y="2297593"/>
            <a:ext cx="3941050" cy="3148529"/>
          </a:xfrm>
          <a:custGeom>
            <a:rect b="b" l="l" r="r" t="t"/>
            <a:pathLst>
              <a:path extrusionOk="0" h="140387" w="175724">
                <a:moveTo>
                  <a:pt x="0" y="0"/>
                </a:moveTo>
                <a:cubicBezTo>
                  <a:pt x="6166" y="19727"/>
                  <a:pt x="25235" y="35928"/>
                  <a:pt x="44645" y="43030"/>
                </a:cubicBezTo>
                <a:cubicBezTo>
                  <a:pt x="74433" y="53929"/>
                  <a:pt x="107754" y="52470"/>
                  <a:pt x="137698" y="62932"/>
                </a:cubicBezTo>
                <a:cubicBezTo>
                  <a:pt x="153259" y="68369"/>
                  <a:pt x="167806" y="81780"/>
                  <a:pt x="173198" y="97356"/>
                </a:cubicBezTo>
                <a:cubicBezTo>
                  <a:pt x="177899" y="110937"/>
                  <a:pt x="175053" y="126753"/>
                  <a:pt x="170509" y="140387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2" name="Google Shape;252;p18"/>
          <p:cNvSpPr/>
          <p:nvPr/>
        </p:nvSpPr>
        <p:spPr>
          <a:xfrm flipH="1" rot="10800000">
            <a:off x="6381943" y="-1790561"/>
            <a:ext cx="3129359" cy="3310342"/>
          </a:xfrm>
          <a:custGeom>
            <a:rect b="b" l="l" r="r" t="t"/>
            <a:pathLst>
              <a:path extrusionOk="0" h="150607" w="142373">
                <a:moveTo>
                  <a:pt x="142029" y="0"/>
                </a:moveTo>
                <a:cubicBezTo>
                  <a:pt x="144256" y="15587"/>
                  <a:pt x="132858" y="34730"/>
                  <a:pt x="118363" y="40879"/>
                </a:cubicBezTo>
                <a:cubicBezTo>
                  <a:pt x="97331" y="49801"/>
                  <a:pt x="71929" y="42940"/>
                  <a:pt x="50589" y="51099"/>
                </a:cubicBezTo>
                <a:cubicBezTo>
                  <a:pt x="29252" y="59257"/>
                  <a:pt x="11935" y="80120"/>
                  <a:pt x="4332" y="101660"/>
                </a:cubicBezTo>
                <a:cubicBezTo>
                  <a:pt x="-1100" y="117049"/>
                  <a:pt x="-1228" y="134916"/>
                  <a:pt x="3256" y="150607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3" name="Google Shape;253;p18"/>
          <p:cNvSpPr txBox="1"/>
          <p:nvPr>
            <p:ph type="title"/>
          </p:nvPr>
        </p:nvSpPr>
        <p:spPr>
          <a:xfrm>
            <a:off x="912459" y="1226729"/>
            <a:ext cx="2453400" cy="12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4" name="Google Shape;254;p18"/>
          <p:cNvSpPr txBox="1"/>
          <p:nvPr>
            <p:ph idx="1" type="subTitle"/>
          </p:nvPr>
        </p:nvSpPr>
        <p:spPr>
          <a:xfrm>
            <a:off x="912459" y="2517571"/>
            <a:ext cx="2453400" cy="13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19"/>
          <p:cNvGrpSpPr/>
          <p:nvPr/>
        </p:nvGrpSpPr>
        <p:grpSpPr>
          <a:xfrm flipH="1" rot="10800000">
            <a:off x="5232531" y="261987"/>
            <a:ext cx="1010750" cy="599700"/>
            <a:chOff x="1697200" y="2217150"/>
            <a:chExt cx="1010750" cy="599700"/>
          </a:xfrm>
        </p:grpSpPr>
        <p:sp>
          <p:nvSpPr>
            <p:cNvPr id="257" name="Google Shape;257;p19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9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" name="Google Shape;264;p19"/>
          <p:cNvSpPr/>
          <p:nvPr/>
        </p:nvSpPr>
        <p:spPr>
          <a:xfrm rot="-10517222">
            <a:off x="-945576" y="-3363687"/>
            <a:ext cx="4078870" cy="5279979"/>
          </a:xfrm>
          <a:custGeom>
            <a:rect b="b" l="l" r="r" t="t"/>
            <a:pathLst>
              <a:path extrusionOk="0" h="226986" w="225681">
                <a:moveTo>
                  <a:pt x="225681" y="0"/>
                </a:moveTo>
                <a:cubicBezTo>
                  <a:pt x="216325" y="12757"/>
                  <a:pt x="209318" y="28425"/>
                  <a:pt x="196097" y="37113"/>
                </a:cubicBezTo>
                <a:cubicBezTo>
                  <a:pt x="183019" y="45707"/>
                  <a:pt x="166720" y="48201"/>
                  <a:pt x="151453" y="51636"/>
                </a:cubicBezTo>
                <a:cubicBezTo>
                  <a:pt x="144804" y="53132"/>
                  <a:pt x="137608" y="52818"/>
                  <a:pt x="131013" y="51098"/>
                </a:cubicBezTo>
                <a:cubicBezTo>
                  <a:pt x="127173" y="50096"/>
                  <a:pt x="122099" y="50508"/>
                  <a:pt x="119718" y="47333"/>
                </a:cubicBezTo>
                <a:cubicBezTo>
                  <a:pt x="117330" y="44148"/>
                  <a:pt x="117555" y="34241"/>
                  <a:pt x="121331" y="35500"/>
                </a:cubicBezTo>
                <a:cubicBezTo>
                  <a:pt x="132264" y="39146"/>
                  <a:pt x="133233" y="62335"/>
                  <a:pt x="124559" y="69924"/>
                </a:cubicBezTo>
                <a:cubicBezTo>
                  <a:pt x="115255" y="78065"/>
                  <a:pt x="101417" y="78677"/>
                  <a:pt x="89596" y="82296"/>
                </a:cubicBezTo>
                <a:cubicBezTo>
                  <a:pt x="76784" y="86218"/>
                  <a:pt x="64488" y="92041"/>
                  <a:pt x="53020" y="98970"/>
                </a:cubicBezTo>
                <a:cubicBezTo>
                  <a:pt x="32246" y="111521"/>
                  <a:pt x="13383" y="131002"/>
                  <a:pt x="5149" y="153834"/>
                </a:cubicBezTo>
                <a:cubicBezTo>
                  <a:pt x="-3124" y="176774"/>
                  <a:pt x="-330" y="203497"/>
                  <a:pt x="6225" y="22698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5" name="Google Shape;265;p19"/>
          <p:cNvSpPr/>
          <p:nvPr/>
        </p:nvSpPr>
        <p:spPr>
          <a:xfrm flipH="1" rot="-7452866">
            <a:off x="5911787" y="-1491829"/>
            <a:ext cx="3940801" cy="3148330"/>
          </a:xfrm>
          <a:custGeom>
            <a:rect b="b" l="l" r="r" t="t"/>
            <a:pathLst>
              <a:path extrusionOk="0" h="140387" w="175724">
                <a:moveTo>
                  <a:pt x="0" y="0"/>
                </a:moveTo>
                <a:cubicBezTo>
                  <a:pt x="6166" y="19727"/>
                  <a:pt x="25235" y="35928"/>
                  <a:pt x="44645" y="43030"/>
                </a:cubicBezTo>
                <a:cubicBezTo>
                  <a:pt x="74433" y="53929"/>
                  <a:pt x="107754" y="52470"/>
                  <a:pt x="137698" y="62932"/>
                </a:cubicBezTo>
                <a:cubicBezTo>
                  <a:pt x="153259" y="68369"/>
                  <a:pt x="167806" y="81780"/>
                  <a:pt x="173198" y="97356"/>
                </a:cubicBezTo>
                <a:cubicBezTo>
                  <a:pt x="177899" y="110937"/>
                  <a:pt x="175053" y="126753"/>
                  <a:pt x="170509" y="140387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6" name="Google Shape;266;p19"/>
          <p:cNvSpPr/>
          <p:nvPr/>
        </p:nvSpPr>
        <p:spPr>
          <a:xfrm flipH="1" rot="6192864">
            <a:off x="6310133" y="3294614"/>
            <a:ext cx="3129651" cy="3310651"/>
          </a:xfrm>
          <a:custGeom>
            <a:rect b="b" l="l" r="r" t="t"/>
            <a:pathLst>
              <a:path extrusionOk="0" h="150607" w="142373">
                <a:moveTo>
                  <a:pt x="142029" y="0"/>
                </a:moveTo>
                <a:cubicBezTo>
                  <a:pt x="144256" y="15587"/>
                  <a:pt x="132858" y="34730"/>
                  <a:pt x="118363" y="40879"/>
                </a:cubicBezTo>
                <a:cubicBezTo>
                  <a:pt x="97331" y="49801"/>
                  <a:pt x="71929" y="42940"/>
                  <a:pt x="50589" y="51099"/>
                </a:cubicBezTo>
                <a:cubicBezTo>
                  <a:pt x="29252" y="59257"/>
                  <a:pt x="11935" y="80120"/>
                  <a:pt x="4332" y="101660"/>
                </a:cubicBezTo>
                <a:cubicBezTo>
                  <a:pt x="-1100" y="117049"/>
                  <a:pt x="-1228" y="134916"/>
                  <a:pt x="3256" y="150607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267" name="Google Shape;267;p19"/>
          <p:cNvGrpSpPr/>
          <p:nvPr/>
        </p:nvGrpSpPr>
        <p:grpSpPr>
          <a:xfrm>
            <a:off x="374696" y="4285577"/>
            <a:ext cx="927025" cy="636400"/>
            <a:chOff x="1663300" y="3074075"/>
            <a:chExt cx="927025" cy="636400"/>
          </a:xfrm>
        </p:grpSpPr>
        <p:sp>
          <p:nvSpPr>
            <p:cNvPr id="268" name="Google Shape;268;p19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2507550" y="34245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1663300" y="30740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" name="Google Shape;271;p19"/>
          <p:cNvSpPr txBox="1"/>
          <p:nvPr>
            <p:ph type="title"/>
          </p:nvPr>
        </p:nvSpPr>
        <p:spPr>
          <a:xfrm>
            <a:off x="5706225" y="1226729"/>
            <a:ext cx="2453400" cy="12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2" name="Google Shape;272;p19"/>
          <p:cNvSpPr txBox="1"/>
          <p:nvPr>
            <p:ph idx="1" type="subTitle"/>
          </p:nvPr>
        </p:nvSpPr>
        <p:spPr>
          <a:xfrm>
            <a:off x="5706225" y="2517571"/>
            <a:ext cx="2453400" cy="13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/>
          <p:nvPr>
            <p:ph type="title"/>
          </p:nvPr>
        </p:nvSpPr>
        <p:spPr>
          <a:xfrm>
            <a:off x="1157809" y="1711175"/>
            <a:ext cx="38481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5" name="Google Shape;275;p20"/>
          <p:cNvSpPr txBox="1"/>
          <p:nvPr>
            <p:ph idx="1" type="subTitle"/>
          </p:nvPr>
        </p:nvSpPr>
        <p:spPr>
          <a:xfrm>
            <a:off x="1157809" y="2446225"/>
            <a:ext cx="3848100" cy="9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76" name="Google Shape;276;p20"/>
          <p:cNvGrpSpPr/>
          <p:nvPr/>
        </p:nvGrpSpPr>
        <p:grpSpPr>
          <a:xfrm rot="10553638">
            <a:off x="803038" y="256904"/>
            <a:ext cx="774599" cy="407786"/>
            <a:chOff x="1663300" y="3302675"/>
            <a:chExt cx="774625" cy="407800"/>
          </a:xfrm>
        </p:grpSpPr>
        <p:sp>
          <p:nvSpPr>
            <p:cNvPr id="277" name="Google Shape;277;p20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20"/>
          <p:cNvSpPr/>
          <p:nvPr/>
        </p:nvSpPr>
        <p:spPr>
          <a:xfrm rot="7341230">
            <a:off x="930534" y="-3668389"/>
            <a:ext cx="5543643" cy="6348537"/>
          </a:xfrm>
          <a:custGeom>
            <a:rect b="b" l="l" r="r" t="t"/>
            <a:pathLst>
              <a:path extrusionOk="0" h="140387" w="175724">
                <a:moveTo>
                  <a:pt x="0" y="0"/>
                </a:moveTo>
                <a:cubicBezTo>
                  <a:pt x="6166" y="19727"/>
                  <a:pt x="25235" y="35928"/>
                  <a:pt x="44645" y="43030"/>
                </a:cubicBezTo>
                <a:cubicBezTo>
                  <a:pt x="74433" y="53929"/>
                  <a:pt x="107754" y="52470"/>
                  <a:pt x="137698" y="62932"/>
                </a:cubicBezTo>
                <a:cubicBezTo>
                  <a:pt x="153259" y="68369"/>
                  <a:pt x="167806" y="81780"/>
                  <a:pt x="173198" y="97356"/>
                </a:cubicBezTo>
                <a:cubicBezTo>
                  <a:pt x="177899" y="110937"/>
                  <a:pt x="175053" y="126753"/>
                  <a:pt x="170509" y="14038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1" name="Google Shape;281;p20"/>
          <p:cNvSpPr/>
          <p:nvPr/>
        </p:nvSpPr>
        <p:spPr>
          <a:xfrm flipH="1" rot="-6126694">
            <a:off x="-1340785" y="3090844"/>
            <a:ext cx="5312320" cy="3155245"/>
          </a:xfrm>
          <a:custGeom>
            <a:rect b="b" l="l" r="r" t="t"/>
            <a:pathLst>
              <a:path extrusionOk="0" h="121957" w="125696">
                <a:moveTo>
                  <a:pt x="0" y="0"/>
                </a:moveTo>
                <a:cubicBezTo>
                  <a:pt x="2429" y="13372"/>
                  <a:pt x="11499" y="25222"/>
                  <a:pt x="20977" y="34963"/>
                </a:cubicBezTo>
                <a:cubicBezTo>
                  <a:pt x="33981" y="48328"/>
                  <a:pt x="53230" y="56620"/>
                  <a:pt x="61856" y="73152"/>
                </a:cubicBezTo>
                <a:cubicBezTo>
                  <a:pt x="69438" y="87683"/>
                  <a:pt x="69009" y="126065"/>
                  <a:pt x="53250" y="121562"/>
                </a:cubicBezTo>
                <a:cubicBezTo>
                  <a:pt x="49080" y="120371"/>
                  <a:pt x="48372" y="111509"/>
                  <a:pt x="51636" y="108653"/>
                </a:cubicBezTo>
                <a:cubicBezTo>
                  <a:pt x="54080" y="106515"/>
                  <a:pt x="58103" y="107118"/>
                  <a:pt x="61318" y="107577"/>
                </a:cubicBezTo>
                <a:cubicBezTo>
                  <a:pt x="68707" y="108633"/>
                  <a:pt x="74729" y="114210"/>
                  <a:pt x="81758" y="116721"/>
                </a:cubicBezTo>
                <a:cubicBezTo>
                  <a:pt x="89532" y="119498"/>
                  <a:pt x="98730" y="120586"/>
                  <a:pt x="106500" y="117797"/>
                </a:cubicBezTo>
                <a:cubicBezTo>
                  <a:pt x="113676" y="115221"/>
                  <a:pt x="121137" y="109912"/>
                  <a:pt x="123713" y="102736"/>
                </a:cubicBezTo>
                <a:cubicBezTo>
                  <a:pt x="126865" y="93954"/>
                  <a:pt x="125430" y="84074"/>
                  <a:pt x="124788" y="7476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2" name="Google Shape;282;p20"/>
          <p:cNvSpPr/>
          <p:nvPr/>
        </p:nvSpPr>
        <p:spPr>
          <a:xfrm rot="-3621175">
            <a:off x="7550270" y="215099"/>
            <a:ext cx="3129347" cy="3310329"/>
          </a:xfrm>
          <a:custGeom>
            <a:rect b="b" l="l" r="r" t="t"/>
            <a:pathLst>
              <a:path extrusionOk="0" h="150607" w="142373">
                <a:moveTo>
                  <a:pt x="142029" y="0"/>
                </a:moveTo>
                <a:cubicBezTo>
                  <a:pt x="144256" y="15587"/>
                  <a:pt x="132858" y="34730"/>
                  <a:pt x="118363" y="40879"/>
                </a:cubicBezTo>
                <a:cubicBezTo>
                  <a:pt x="97331" y="49801"/>
                  <a:pt x="71929" y="42940"/>
                  <a:pt x="50589" y="51099"/>
                </a:cubicBezTo>
                <a:cubicBezTo>
                  <a:pt x="29252" y="59257"/>
                  <a:pt x="11935" y="80120"/>
                  <a:pt x="4332" y="101660"/>
                </a:cubicBezTo>
                <a:cubicBezTo>
                  <a:pt x="-1100" y="117049"/>
                  <a:pt x="-1228" y="134916"/>
                  <a:pt x="3256" y="150607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2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"/>
          <p:cNvSpPr/>
          <p:nvPr>
            <p:ph idx="2" type="pic"/>
          </p:nvPr>
        </p:nvSpPr>
        <p:spPr>
          <a:xfrm flipH="1">
            <a:off x="914663" y="1269500"/>
            <a:ext cx="2971200" cy="32583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21"/>
          <p:cNvSpPr txBox="1"/>
          <p:nvPr>
            <p:ph idx="1" type="subTitle"/>
          </p:nvPr>
        </p:nvSpPr>
        <p:spPr>
          <a:xfrm>
            <a:off x="4381250" y="1269500"/>
            <a:ext cx="3848100" cy="32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86" name="Google Shape;286;p21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TITLE_AND_BODY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9" name="Google Shape;289;p22"/>
          <p:cNvSpPr txBox="1"/>
          <p:nvPr>
            <p:ph idx="1" type="body"/>
          </p:nvPr>
        </p:nvSpPr>
        <p:spPr>
          <a:xfrm>
            <a:off x="2161950" y="1148775"/>
            <a:ext cx="48201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90" name="Google Shape;290;p22"/>
          <p:cNvGrpSpPr/>
          <p:nvPr/>
        </p:nvGrpSpPr>
        <p:grpSpPr>
          <a:xfrm>
            <a:off x="8037775" y="323254"/>
            <a:ext cx="774625" cy="407800"/>
            <a:chOff x="1663300" y="3302675"/>
            <a:chExt cx="774625" cy="407800"/>
          </a:xfrm>
        </p:grpSpPr>
        <p:sp>
          <p:nvSpPr>
            <p:cNvPr id="291" name="Google Shape;291;p22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" name="Google Shape;294;p22"/>
          <p:cNvSpPr/>
          <p:nvPr/>
        </p:nvSpPr>
        <p:spPr>
          <a:xfrm rot="10800000">
            <a:off x="3635118" y="1467690"/>
            <a:ext cx="6009251" cy="4502806"/>
          </a:xfrm>
          <a:custGeom>
            <a:rect b="b" l="l" r="r" t="t"/>
            <a:pathLst>
              <a:path extrusionOk="0" h="125505" w="107577">
                <a:moveTo>
                  <a:pt x="107577" y="0"/>
                </a:moveTo>
                <a:cubicBezTo>
                  <a:pt x="105694" y="2690"/>
                  <a:pt x="106393" y="3351"/>
                  <a:pt x="103811" y="5379"/>
                </a:cubicBezTo>
                <a:cubicBezTo>
                  <a:pt x="99139" y="9049"/>
                  <a:pt x="91812" y="5502"/>
                  <a:pt x="86061" y="6993"/>
                </a:cubicBezTo>
                <a:cubicBezTo>
                  <a:pt x="66833" y="11978"/>
                  <a:pt x="41438" y="18874"/>
                  <a:pt x="34962" y="37652"/>
                </a:cubicBezTo>
                <a:cubicBezTo>
                  <a:pt x="27589" y="59033"/>
                  <a:pt x="47820" y="84961"/>
                  <a:pt x="38190" y="105425"/>
                </a:cubicBezTo>
                <a:cubicBezTo>
                  <a:pt x="33172" y="116089"/>
                  <a:pt x="20195" y="122643"/>
                  <a:pt x="8606" y="124789"/>
                </a:cubicBezTo>
                <a:cubicBezTo>
                  <a:pt x="5780" y="125312"/>
                  <a:pt x="2032" y="126283"/>
                  <a:pt x="0" y="124251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5" name="Google Shape;295;p22"/>
          <p:cNvSpPr/>
          <p:nvPr/>
        </p:nvSpPr>
        <p:spPr>
          <a:xfrm rot="10800000">
            <a:off x="-422489" y="-912274"/>
            <a:ext cx="3882800" cy="3025575"/>
          </a:xfrm>
          <a:custGeom>
            <a:rect b="b" l="l" r="r" t="t"/>
            <a:pathLst>
              <a:path extrusionOk="0" h="121023" w="155312">
                <a:moveTo>
                  <a:pt x="3293" y="121023"/>
                </a:moveTo>
                <a:cubicBezTo>
                  <a:pt x="-2657" y="111107"/>
                  <a:pt x="372" y="95629"/>
                  <a:pt x="7596" y="86599"/>
                </a:cubicBezTo>
                <a:cubicBezTo>
                  <a:pt x="15855" y="76275"/>
                  <a:pt x="31828" y="69641"/>
                  <a:pt x="44710" y="72614"/>
                </a:cubicBezTo>
                <a:cubicBezTo>
                  <a:pt x="48917" y="73585"/>
                  <a:pt x="55710" y="78702"/>
                  <a:pt x="53316" y="82296"/>
                </a:cubicBezTo>
                <a:cubicBezTo>
                  <a:pt x="51618" y="84846"/>
                  <a:pt x="45453" y="82041"/>
                  <a:pt x="44710" y="79069"/>
                </a:cubicBezTo>
                <a:cubicBezTo>
                  <a:pt x="43967" y="76097"/>
                  <a:pt x="45068" y="71538"/>
                  <a:pt x="47937" y="70462"/>
                </a:cubicBezTo>
                <a:cubicBezTo>
                  <a:pt x="55331" y="67689"/>
                  <a:pt x="63842" y="70082"/>
                  <a:pt x="71604" y="71538"/>
                </a:cubicBezTo>
                <a:cubicBezTo>
                  <a:pt x="86055" y="74248"/>
                  <a:pt x="102560" y="77576"/>
                  <a:pt x="115711" y="71000"/>
                </a:cubicBezTo>
                <a:cubicBezTo>
                  <a:pt x="130796" y="63457"/>
                  <a:pt x="144636" y="50173"/>
                  <a:pt x="150673" y="34424"/>
                </a:cubicBezTo>
                <a:cubicBezTo>
                  <a:pt x="154812" y="23626"/>
                  <a:pt x="155898" y="11527"/>
                  <a:pt x="154976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4_2_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"/>
          <p:cNvSpPr txBox="1"/>
          <p:nvPr>
            <p:ph idx="1" type="subTitle"/>
          </p:nvPr>
        </p:nvSpPr>
        <p:spPr>
          <a:xfrm>
            <a:off x="720000" y="1213450"/>
            <a:ext cx="7710900" cy="24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8" name="Google Shape;298;p23"/>
          <p:cNvGrpSpPr/>
          <p:nvPr/>
        </p:nvGrpSpPr>
        <p:grpSpPr>
          <a:xfrm flipH="1" rot="-10553638">
            <a:off x="7527962" y="256904"/>
            <a:ext cx="774599" cy="407786"/>
            <a:chOff x="1663300" y="3302675"/>
            <a:chExt cx="774625" cy="407800"/>
          </a:xfrm>
        </p:grpSpPr>
        <p:sp>
          <p:nvSpPr>
            <p:cNvPr id="299" name="Google Shape;299;p23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3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3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23"/>
          <p:cNvSpPr/>
          <p:nvPr/>
        </p:nvSpPr>
        <p:spPr>
          <a:xfrm rot="6126694">
            <a:off x="6758888" y="3221319"/>
            <a:ext cx="5312320" cy="3155245"/>
          </a:xfrm>
          <a:custGeom>
            <a:rect b="b" l="l" r="r" t="t"/>
            <a:pathLst>
              <a:path extrusionOk="0" h="121957" w="125696">
                <a:moveTo>
                  <a:pt x="0" y="0"/>
                </a:moveTo>
                <a:cubicBezTo>
                  <a:pt x="2429" y="13372"/>
                  <a:pt x="11499" y="25222"/>
                  <a:pt x="20977" y="34963"/>
                </a:cubicBezTo>
                <a:cubicBezTo>
                  <a:pt x="33981" y="48328"/>
                  <a:pt x="53230" y="56620"/>
                  <a:pt x="61856" y="73152"/>
                </a:cubicBezTo>
                <a:cubicBezTo>
                  <a:pt x="69438" y="87683"/>
                  <a:pt x="69009" y="126065"/>
                  <a:pt x="53250" y="121562"/>
                </a:cubicBezTo>
                <a:cubicBezTo>
                  <a:pt x="49080" y="120371"/>
                  <a:pt x="48372" y="111509"/>
                  <a:pt x="51636" y="108653"/>
                </a:cubicBezTo>
                <a:cubicBezTo>
                  <a:pt x="54080" y="106515"/>
                  <a:pt x="58103" y="107118"/>
                  <a:pt x="61318" y="107577"/>
                </a:cubicBezTo>
                <a:cubicBezTo>
                  <a:pt x="68707" y="108633"/>
                  <a:pt x="74729" y="114210"/>
                  <a:pt x="81758" y="116721"/>
                </a:cubicBezTo>
                <a:cubicBezTo>
                  <a:pt x="89532" y="119498"/>
                  <a:pt x="98730" y="120586"/>
                  <a:pt x="106500" y="117797"/>
                </a:cubicBezTo>
                <a:cubicBezTo>
                  <a:pt x="113676" y="115221"/>
                  <a:pt x="121137" y="109912"/>
                  <a:pt x="123713" y="102736"/>
                </a:cubicBezTo>
                <a:cubicBezTo>
                  <a:pt x="126865" y="93954"/>
                  <a:pt x="125430" y="84074"/>
                  <a:pt x="124788" y="7476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3" name="Google Shape;303;p23"/>
          <p:cNvSpPr/>
          <p:nvPr/>
        </p:nvSpPr>
        <p:spPr>
          <a:xfrm flipH="1" rot="3620820">
            <a:off x="-1135667" y="-1547530"/>
            <a:ext cx="2257555" cy="2388118"/>
          </a:xfrm>
          <a:custGeom>
            <a:rect b="b" l="l" r="r" t="t"/>
            <a:pathLst>
              <a:path extrusionOk="0" h="150607" w="142373">
                <a:moveTo>
                  <a:pt x="142029" y="0"/>
                </a:moveTo>
                <a:cubicBezTo>
                  <a:pt x="144256" y="15587"/>
                  <a:pt x="132858" y="34730"/>
                  <a:pt x="118363" y="40879"/>
                </a:cubicBezTo>
                <a:cubicBezTo>
                  <a:pt x="97331" y="49801"/>
                  <a:pt x="71929" y="42940"/>
                  <a:pt x="50589" y="51099"/>
                </a:cubicBezTo>
                <a:cubicBezTo>
                  <a:pt x="29252" y="59257"/>
                  <a:pt x="11935" y="80120"/>
                  <a:pt x="4332" y="101660"/>
                </a:cubicBezTo>
                <a:cubicBezTo>
                  <a:pt x="-1100" y="117049"/>
                  <a:pt x="-1228" y="134916"/>
                  <a:pt x="3256" y="150607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4" name="Google Shape;304;p23"/>
          <p:cNvSpPr txBox="1"/>
          <p:nvPr>
            <p:ph type="title"/>
          </p:nvPr>
        </p:nvSpPr>
        <p:spPr>
          <a:xfrm>
            <a:off x="720000" y="3688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"/>
          <p:cNvSpPr txBox="1"/>
          <p:nvPr>
            <p:ph type="title"/>
          </p:nvPr>
        </p:nvSpPr>
        <p:spPr>
          <a:xfrm>
            <a:off x="5316925" y="368825"/>
            <a:ext cx="270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7" name="Google Shape;307;p24"/>
          <p:cNvSpPr txBox="1"/>
          <p:nvPr>
            <p:ph idx="1" type="subTitle"/>
          </p:nvPr>
        </p:nvSpPr>
        <p:spPr>
          <a:xfrm>
            <a:off x="5323698" y="3593311"/>
            <a:ext cx="27003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24"/>
          <p:cNvSpPr txBox="1"/>
          <p:nvPr>
            <p:ph idx="2" type="subTitle"/>
          </p:nvPr>
        </p:nvSpPr>
        <p:spPr>
          <a:xfrm>
            <a:off x="5323700" y="1812574"/>
            <a:ext cx="27003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24"/>
          <p:cNvSpPr txBox="1"/>
          <p:nvPr>
            <p:ph idx="3" type="subTitle"/>
          </p:nvPr>
        </p:nvSpPr>
        <p:spPr>
          <a:xfrm>
            <a:off x="5323700" y="1324950"/>
            <a:ext cx="2700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subTitle"/>
          </p:nvPr>
        </p:nvSpPr>
        <p:spPr>
          <a:xfrm>
            <a:off x="5323702" y="3105688"/>
            <a:ext cx="2700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1" name="Google Shape;311;p24"/>
          <p:cNvSpPr/>
          <p:nvPr>
            <p:ph idx="5" type="pic"/>
          </p:nvPr>
        </p:nvSpPr>
        <p:spPr>
          <a:xfrm>
            <a:off x="713219" y="825275"/>
            <a:ext cx="4223100" cy="34926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12" name="Google Shape;312;p24"/>
          <p:cNvGrpSpPr/>
          <p:nvPr/>
        </p:nvGrpSpPr>
        <p:grpSpPr>
          <a:xfrm rot="-5400000">
            <a:off x="8399756" y="570503"/>
            <a:ext cx="774625" cy="407800"/>
            <a:chOff x="1663300" y="3302675"/>
            <a:chExt cx="774625" cy="407800"/>
          </a:xfrm>
        </p:grpSpPr>
        <p:sp>
          <p:nvSpPr>
            <p:cNvPr id="313" name="Google Shape;313;p24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6" name="Google Shape;316;p24"/>
          <p:cNvSpPr/>
          <p:nvPr/>
        </p:nvSpPr>
        <p:spPr>
          <a:xfrm rot="-1210588">
            <a:off x="6298063" y="3227262"/>
            <a:ext cx="4154646" cy="2608628"/>
          </a:xfrm>
          <a:custGeom>
            <a:rect b="b" l="l" r="r" t="t"/>
            <a:pathLst>
              <a:path extrusionOk="0" h="104349" w="166192">
                <a:moveTo>
                  <a:pt x="166192" y="0"/>
                </a:moveTo>
                <a:cubicBezTo>
                  <a:pt x="156965" y="20292"/>
                  <a:pt x="136780" y="40783"/>
                  <a:pt x="114555" y="42492"/>
                </a:cubicBezTo>
                <a:cubicBezTo>
                  <a:pt x="106032" y="43147"/>
                  <a:pt x="97439" y="40723"/>
                  <a:pt x="89275" y="38189"/>
                </a:cubicBezTo>
                <a:cubicBezTo>
                  <a:pt x="81690" y="35835"/>
                  <a:pt x="71426" y="34193"/>
                  <a:pt x="68297" y="26894"/>
                </a:cubicBezTo>
                <a:cubicBezTo>
                  <a:pt x="67714" y="25535"/>
                  <a:pt x="71840" y="24550"/>
                  <a:pt x="72600" y="25818"/>
                </a:cubicBezTo>
                <a:cubicBezTo>
                  <a:pt x="74178" y="28450"/>
                  <a:pt x="74647" y="32050"/>
                  <a:pt x="73676" y="34962"/>
                </a:cubicBezTo>
                <a:cubicBezTo>
                  <a:pt x="70507" y="44470"/>
                  <a:pt x="56404" y="45602"/>
                  <a:pt x="46782" y="48409"/>
                </a:cubicBezTo>
                <a:cubicBezTo>
                  <a:pt x="40612" y="50209"/>
                  <a:pt x="34746" y="52997"/>
                  <a:pt x="29032" y="55940"/>
                </a:cubicBezTo>
                <a:cubicBezTo>
                  <a:pt x="17648" y="61804"/>
                  <a:pt x="6602" y="71046"/>
                  <a:pt x="1600" y="82834"/>
                </a:cubicBezTo>
                <a:cubicBezTo>
                  <a:pt x="-1223" y="89487"/>
                  <a:pt x="-47" y="98567"/>
                  <a:pt x="4289" y="104349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317" name="Google Shape;317;p24"/>
          <p:cNvGrpSpPr/>
          <p:nvPr/>
        </p:nvGrpSpPr>
        <p:grpSpPr>
          <a:xfrm rot="10800000">
            <a:off x="115485" y="4223853"/>
            <a:ext cx="1010750" cy="599700"/>
            <a:chOff x="1697200" y="2217150"/>
            <a:chExt cx="1010750" cy="599700"/>
          </a:xfrm>
        </p:grpSpPr>
        <p:sp>
          <p:nvSpPr>
            <p:cNvPr id="318" name="Google Shape;318;p24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4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4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4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>
            <p:ph idx="1" type="subTitle"/>
          </p:nvPr>
        </p:nvSpPr>
        <p:spPr>
          <a:xfrm>
            <a:off x="4865151" y="1233500"/>
            <a:ext cx="3266700" cy="33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25"/>
          <p:cNvSpPr txBox="1"/>
          <p:nvPr>
            <p:ph idx="2" type="subTitle"/>
          </p:nvPr>
        </p:nvSpPr>
        <p:spPr>
          <a:xfrm>
            <a:off x="1012149" y="1233500"/>
            <a:ext cx="3266700" cy="33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29" name="Google Shape;329;p25"/>
          <p:cNvGrpSpPr/>
          <p:nvPr/>
        </p:nvGrpSpPr>
        <p:grpSpPr>
          <a:xfrm flipH="1" rot="5400000">
            <a:off x="181163" y="4279300"/>
            <a:ext cx="774625" cy="407800"/>
            <a:chOff x="1663300" y="3302675"/>
            <a:chExt cx="774625" cy="407800"/>
          </a:xfrm>
        </p:grpSpPr>
        <p:sp>
          <p:nvSpPr>
            <p:cNvPr id="330" name="Google Shape;330;p25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3" name="Google Shape;333;p25"/>
          <p:cNvSpPr/>
          <p:nvPr/>
        </p:nvSpPr>
        <p:spPr>
          <a:xfrm>
            <a:off x="-1264025" y="-402787"/>
            <a:ext cx="2528050" cy="4436900"/>
          </a:xfrm>
          <a:custGeom>
            <a:rect b="b" l="l" r="r" t="t"/>
            <a:pathLst>
              <a:path extrusionOk="0" h="177476" w="101122">
                <a:moveTo>
                  <a:pt x="101122" y="1588"/>
                </a:moveTo>
                <a:cubicBezTo>
                  <a:pt x="86784" y="-5579"/>
                  <a:pt x="65422" y="14355"/>
                  <a:pt x="62394" y="30096"/>
                </a:cubicBezTo>
                <a:cubicBezTo>
                  <a:pt x="60607" y="39388"/>
                  <a:pt x="65183" y="48829"/>
                  <a:pt x="67235" y="58066"/>
                </a:cubicBezTo>
                <a:cubicBezTo>
                  <a:pt x="70580" y="73118"/>
                  <a:pt x="72962" y="90008"/>
                  <a:pt x="67235" y="104324"/>
                </a:cubicBezTo>
                <a:cubicBezTo>
                  <a:pt x="64080" y="112212"/>
                  <a:pt x="57357" y="120872"/>
                  <a:pt x="48947" y="122074"/>
                </a:cubicBezTo>
                <a:cubicBezTo>
                  <a:pt x="38880" y="123512"/>
                  <a:pt x="25880" y="119590"/>
                  <a:pt x="18826" y="126915"/>
                </a:cubicBezTo>
                <a:cubicBezTo>
                  <a:pt x="6352" y="139869"/>
                  <a:pt x="0" y="159492"/>
                  <a:pt x="0" y="17747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34" name="Google Shape;334;p25"/>
          <p:cNvSpPr/>
          <p:nvPr/>
        </p:nvSpPr>
        <p:spPr>
          <a:xfrm>
            <a:off x="7306225" y="2957995"/>
            <a:ext cx="2447375" cy="3129025"/>
          </a:xfrm>
          <a:custGeom>
            <a:rect b="b" l="l" r="r" t="t"/>
            <a:pathLst>
              <a:path extrusionOk="0" h="125161" w="97895">
                <a:moveTo>
                  <a:pt x="97895" y="30494"/>
                </a:moveTo>
                <a:cubicBezTo>
                  <a:pt x="87751" y="16967"/>
                  <a:pt x="70438" y="-6713"/>
                  <a:pt x="55940" y="1986"/>
                </a:cubicBezTo>
                <a:cubicBezTo>
                  <a:pt x="52285" y="4179"/>
                  <a:pt x="52713" y="10096"/>
                  <a:pt x="52713" y="14358"/>
                </a:cubicBezTo>
                <a:cubicBezTo>
                  <a:pt x="52713" y="31808"/>
                  <a:pt x="64821" y="50924"/>
                  <a:pt x="57016" y="66532"/>
                </a:cubicBezTo>
                <a:cubicBezTo>
                  <a:pt x="54911" y="70741"/>
                  <a:pt x="50948" y="75285"/>
                  <a:pt x="46258" y="75676"/>
                </a:cubicBezTo>
                <a:cubicBezTo>
                  <a:pt x="34275" y="76675"/>
                  <a:pt x="19944" y="70217"/>
                  <a:pt x="10220" y="77290"/>
                </a:cubicBezTo>
                <a:cubicBezTo>
                  <a:pt x="3187" y="82406"/>
                  <a:pt x="4433" y="93899"/>
                  <a:pt x="3766" y="102570"/>
                </a:cubicBezTo>
                <a:cubicBezTo>
                  <a:pt x="3180" y="110182"/>
                  <a:pt x="1366" y="117650"/>
                  <a:pt x="0" y="1251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35" name="Google Shape;335;p25"/>
          <p:cNvSpPr/>
          <p:nvPr/>
        </p:nvSpPr>
        <p:spPr>
          <a:xfrm>
            <a:off x="6212550" y="-605125"/>
            <a:ext cx="3818950" cy="1805275"/>
          </a:xfrm>
          <a:custGeom>
            <a:rect b="b" l="l" r="r" t="t"/>
            <a:pathLst>
              <a:path extrusionOk="0" h="72211" w="152758">
                <a:moveTo>
                  <a:pt x="0" y="0"/>
                </a:moveTo>
                <a:cubicBezTo>
                  <a:pt x="18357" y="13352"/>
                  <a:pt x="40341" y="32164"/>
                  <a:pt x="40341" y="54864"/>
                </a:cubicBezTo>
                <a:cubicBezTo>
                  <a:pt x="40341" y="62092"/>
                  <a:pt x="26219" y="71110"/>
                  <a:pt x="21515" y="65622"/>
                </a:cubicBezTo>
                <a:cubicBezTo>
                  <a:pt x="18705" y="62344"/>
                  <a:pt x="20256" y="56345"/>
                  <a:pt x="22591" y="52713"/>
                </a:cubicBezTo>
                <a:cubicBezTo>
                  <a:pt x="31580" y="38729"/>
                  <a:pt x="54691" y="61441"/>
                  <a:pt x="70462" y="66698"/>
                </a:cubicBezTo>
                <a:cubicBezTo>
                  <a:pt x="96708" y="75447"/>
                  <a:pt x="132645" y="74936"/>
                  <a:pt x="152758" y="55940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336" name="Google Shape;336;p25"/>
          <p:cNvGrpSpPr/>
          <p:nvPr/>
        </p:nvGrpSpPr>
        <p:grpSpPr>
          <a:xfrm rot="10800000">
            <a:off x="7849197" y="239654"/>
            <a:ext cx="1010750" cy="599700"/>
            <a:chOff x="1697200" y="2217150"/>
            <a:chExt cx="1010750" cy="599700"/>
          </a:xfrm>
        </p:grpSpPr>
        <p:sp>
          <p:nvSpPr>
            <p:cNvPr id="337" name="Google Shape;337;p25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5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5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5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5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BODY_1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6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6" name="Google Shape;346;p26"/>
          <p:cNvSpPr txBox="1"/>
          <p:nvPr>
            <p:ph idx="1" type="body"/>
          </p:nvPr>
        </p:nvSpPr>
        <p:spPr>
          <a:xfrm>
            <a:off x="720000" y="1148781"/>
            <a:ext cx="3793200" cy="32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47" name="Google Shape;347;p26"/>
          <p:cNvGrpSpPr/>
          <p:nvPr/>
        </p:nvGrpSpPr>
        <p:grpSpPr>
          <a:xfrm flipH="1" rot="10800000">
            <a:off x="8089196" y="4360032"/>
            <a:ext cx="1010750" cy="599700"/>
            <a:chOff x="1697200" y="2217150"/>
            <a:chExt cx="1010750" cy="599700"/>
          </a:xfrm>
        </p:grpSpPr>
        <p:sp>
          <p:nvSpPr>
            <p:cNvPr id="348" name="Google Shape;348;p26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6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" name="Google Shape;355;p26"/>
          <p:cNvGrpSpPr/>
          <p:nvPr/>
        </p:nvGrpSpPr>
        <p:grpSpPr>
          <a:xfrm flipH="1" rot="10800000">
            <a:off x="265375" y="124782"/>
            <a:ext cx="774625" cy="407800"/>
            <a:chOff x="1663300" y="3302675"/>
            <a:chExt cx="774625" cy="407800"/>
          </a:xfrm>
        </p:grpSpPr>
        <p:sp>
          <p:nvSpPr>
            <p:cNvPr id="356" name="Google Shape;356;p26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9" name="Google Shape;359;p26"/>
          <p:cNvSpPr/>
          <p:nvPr/>
        </p:nvSpPr>
        <p:spPr>
          <a:xfrm flipH="1">
            <a:off x="6954954" y="-683674"/>
            <a:ext cx="2689425" cy="3137625"/>
          </a:xfrm>
          <a:custGeom>
            <a:rect b="b" l="l" r="r" t="t"/>
            <a:pathLst>
              <a:path extrusionOk="0" h="125505" w="107577">
                <a:moveTo>
                  <a:pt x="107577" y="0"/>
                </a:moveTo>
                <a:cubicBezTo>
                  <a:pt x="105694" y="2690"/>
                  <a:pt x="106393" y="3351"/>
                  <a:pt x="103811" y="5379"/>
                </a:cubicBezTo>
                <a:cubicBezTo>
                  <a:pt x="99139" y="9049"/>
                  <a:pt x="91812" y="5502"/>
                  <a:pt x="86061" y="6993"/>
                </a:cubicBezTo>
                <a:cubicBezTo>
                  <a:pt x="66833" y="11978"/>
                  <a:pt x="41438" y="18874"/>
                  <a:pt x="34962" y="37652"/>
                </a:cubicBezTo>
                <a:cubicBezTo>
                  <a:pt x="27589" y="59033"/>
                  <a:pt x="47820" y="84961"/>
                  <a:pt x="38190" y="105425"/>
                </a:cubicBezTo>
                <a:cubicBezTo>
                  <a:pt x="33172" y="116089"/>
                  <a:pt x="20195" y="122643"/>
                  <a:pt x="8606" y="124789"/>
                </a:cubicBezTo>
                <a:cubicBezTo>
                  <a:pt x="5780" y="125312"/>
                  <a:pt x="2032" y="126283"/>
                  <a:pt x="0" y="124251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60" name="Google Shape;360;p26"/>
          <p:cNvSpPr/>
          <p:nvPr/>
        </p:nvSpPr>
        <p:spPr>
          <a:xfrm flipH="1">
            <a:off x="-651089" y="2951485"/>
            <a:ext cx="3882800" cy="3025575"/>
          </a:xfrm>
          <a:custGeom>
            <a:rect b="b" l="l" r="r" t="t"/>
            <a:pathLst>
              <a:path extrusionOk="0" h="121023" w="155312">
                <a:moveTo>
                  <a:pt x="3293" y="121023"/>
                </a:moveTo>
                <a:cubicBezTo>
                  <a:pt x="-2657" y="111107"/>
                  <a:pt x="372" y="95629"/>
                  <a:pt x="7596" y="86599"/>
                </a:cubicBezTo>
                <a:cubicBezTo>
                  <a:pt x="15855" y="76275"/>
                  <a:pt x="31828" y="69641"/>
                  <a:pt x="44710" y="72614"/>
                </a:cubicBezTo>
                <a:cubicBezTo>
                  <a:pt x="48917" y="73585"/>
                  <a:pt x="55710" y="78702"/>
                  <a:pt x="53316" y="82296"/>
                </a:cubicBezTo>
                <a:cubicBezTo>
                  <a:pt x="51618" y="84846"/>
                  <a:pt x="45453" y="82041"/>
                  <a:pt x="44710" y="79069"/>
                </a:cubicBezTo>
                <a:cubicBezTo>
                  <a:pt x="43967" y="76097"/>
                  <a:pt x="45068" y="71538"/>
                  <a:pt x="47937" y="70462"/>
                </a:cubicBezTo>
                <a:cubicBezTo>
                  <a:pt x="55331" y="67689"/>
                  <a:pt x="63842" y="70082"/>
                  <a:pt x="71604" y="71538"/>
                </a:cubicBezTo>
                <a:cubicBezTo>
                  <a:pt x="86055" y="74248"/>
                  <a:pt x="102560" y="77576"/>
                  <a:pt x="115711" y="71000"/>
                </a:cubicBezTo>
                <a:cubicBezTo>
                  <a:pt x="130796" y="63457"/>
                  <a:pt x="144636" y="50173"/>
                  <a:pt x="150673" y="34424"/>
                </a:cubicBezTo>
                <a:cubicBezTo>
                  <a:pt x="154812" y="23626"/>
                  <a:pt x="155898" y="11527"/>
                  <a:pt x="154976" y="0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61" name="Google Shape;361;p26"/>
          <p:cNvSpPr txBox="1"/>
          <p:nvPr>
            <p:ph idx="2" type="body"/>
          </p:nvPr>
        </p:nvSpPr>
        <p:spPr>
          <a:xfrm>
            <a:off x="4630791" y="1148781"/>
            <a:ext cx="3793200" cy="32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Nunito Light"/>
              <a:buChar char="●"/>
              <a:defRPr sz="13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"/>
          <p:cNvSpPr txBox="1"/>
          <p:nvPr>
            <p:ph type="title"/>
          </p:nvPr>
        </p:nvSpPr>
        <p:spPr>
          <a:xfrm>
            <a:off x="5156875" y="368825"/>
            <a:ext cx="327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4" name="Google Shape;364;p27"/>
          <p:cNvSpPr txBox="1"/>
          <p:nvPr>
            <p:ph idx="1" type="subTitle"/>
          </p:nvPr>
        </p:nvSpPr>
        <p:spPr>
          <a:xfrm>
            <a:off x="5156881" y="1586166"/>
            <a:ext cx="32739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27"/>
          <p:cNvSpPr txBox="1"/>
          <p:nvPr>
            <p:ph idx="2" type="subTitle"/>
          </p:nvPr>
        </p:nvSpPr>
        <p:spPr>
          <a:xfrm>
            <a:off x="5156875" y="2802425"/>
            <a:ext cx="32739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27"/>
          <p:cNvSpPr txBox="1"/>
          <p:nvPr>
            <p:ph idx="3" type="subTitle"/>
          </p:nvPr>
        </p:nvSpPr>
        <p:spPr>
          <a:xfrm>
            <a:off x="5156879" y="4016600"/>
            <a:ext cx="32739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27"/>
          <p:cNvSpPr txBox="1"/>
          <p:nvPr>
            <p:ph idx="4" type="subTitle"/>
          </p:nvPr>
        </p:nvSpPr>
        <p:spPr>
          <a:xfrm>
            <a:off x="5156875" y="1169525"/>
            <a:ext cx="3273900" cy="4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8" name="Google Shape;368;p27"/>
          <p:cNvSpPr txBox="1"/>
          <p:nvPr>
            <p:ph idx="5" type="subTitle"/>
          </p:nvPr>
        </p:nvSpPr>
        <p:spPr>
          <a:xfrm>
            <a:off x="5156875" y="2385827"/>
            <a:ext cx="3273900" cy="4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9" name="Google Shape;369;p27"/>
          <p:cNvSpPr txBox="1"/>
          <p:nvPr>
            <p:ph idx="6" type="subTitle"/>
          </p:nvPr>
        </p:nvSpPr>
        <p:spPr>
          <a:xfrm>
            <a:off x="5156875" y="3600008"/>
            <a:ext cx="3273900" cy="4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0" name="Google Shape;370;p27"/>
          <p:cNvSpPr/>
          <p:nvPr>
            <p:ph idx="7" type="pic"/>
          </p:nvPr>
        </p:nvSpPr>
        <p:spPr>
          <a:xfrm flipH="1">
            <a:off x="555700" y="423000"/>
            <a:ext cx="4298700" cy="42975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71" name="Google Shape;371;p27"/>
          <p:cNvGrpSpPr/>
          <p:nvPr/>
        </p:nvGrpSpPr>
        <p:grpSpPr>
          <a:xfrm flipH="1">
            <a:off x="207847" y="4243616"/>
            <a:ext cx="1010750" cy="599700"/>
            <a:chOff x="1697200" y="2217150"/>
            <a:chExt cx="1010750" cy="599700"/>
          </a:xfrm>
        </p:grpSpPr>
        <p:sp>
          <p:nvSpPr>
            <p:cNvPr id="372" name="Google Shape;372;p27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7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7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7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9" name="Google Shape;379;p27"/>
          <p:cNvGrpSpPr/>
          <p:nvPr/>
        </p:nvGrpSpPr>
        <p:grpSpPr>
          <a:xfrm flipH="1" rot="-5400000">
            <a:off x="8322688" y="397658"/>
            <a:ext cx="774625" cy="407800"/>
            <a:chOff x="1663300" y="3302675"/>
            <a:chExt cx="774625" cy="407800"/>
          </a:xfrm>
        </p:grpSpPr>
        <p:sp>
          <p:nvSpPr>
            <p:cNvPr id="380" name="Google Shape;380;p27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7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7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3" name="Google Shape;383;p27"/>
          <p:cNvSpPr/>
          <p:nvPr/>
        </p:nvSpPr>
        <p:spPr>
          <a:xfrm flipH="1" rot="7509650">
            <a:off x="8123363" y="3761935"/>
            <a:ext cx="2463631" cy="1221091"/>
          </a:xfrm>
          <a:custGeom>
            <a:rect b="b" l="l" r="r" t="t"/>
            <a:pathLst>
              <a:path extrusionOk="0" h="72211" w="152758">
                <a:moveTo>
                  <a:pt x="0" y="0"/>
                </a:moveTo>
                <a:cubicBezTo>
                  <a:pt x="18357" y="13352"/>
                  <a:pt x="40341" y="32164"/>
                  <a:pt x="40341" y="54864"/>
                </a:cubicBezTo>
                <a:cubicBezTo>
                  <a:pt x="40341" y="62092"/>
                  <a:pt x="26219" y="71110"/>
                  <a:pt x="21515" y="65622"/>
                </a:cubicBezTo>
                <a:cubicBezTo>
                  <a:pt x="18705" y="62344"/>
                  <a:pt x="20256" y="56345"/>
                  <a:pt x="22591" y="52713"/>
                </a:cubicBezTo>
                <a:cubicBezTo>
                  <a:pt x="31580" y="38729"/>
                  <a:pt x="54691" y="61441"/>
                  <a:pt x="70462" y="66698"/>
                </a:cubicBezTo>
                <a:cubicBezTo>
                  <a:pt x="96708" y="75447"/>
                  <a:pt x="132645" y="74936"/>
                  <a:pt x="152758" y="55940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"/>
          <p:cNvSpPr txBox="1"/>
          <p:nvPr>
            <p:ph type="title"/>
          </p:nvPr>
        </p:nvSpPr>
        <p:spPr>
          <a:xfrm>
            <a:off x="720000" y="368825"/>
            <a:ext cx="412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6" name="Google Shape;386;p28"/>
          <p:cNvSpPr txBox="1"/>
          <p:nvPr>
            <p:ph idx="1" type="subTitle"/>
          </p:nvPr>
        </p:nvSpPr>
        <p:spPr>
          <a:xfrm>
            <a:off x="720000" y="1994125"/>
            <a:ext cx="18942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28"/>
          <p:cNvSpPr txBox="1"/>
          <p:nvPr>
            <p:ph idx="2" type="subTitle"/>
          </p:nvPr>
        </p:nvSpPr>
        <p:spPr>
          <a:xfrm>
            <a:off x="2946896" y="1994125"/>
            <a:ext cx="18942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28"/>
          <p:cNvSpPr txBox="1"/>
          <p:nvPr>
            <p:ph idx="3" type="subTitle"/>
          </p:nvPr>
        </p:nvSpPr>
        <p:spPr>
          <a:xfrm>
            <a:off x="720000" y="3503725"/>
            <a:ext cx="18942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28"/>
          <p:cNvSpPr txBox="1"/>
          <p:nvPr>
            <p:ph idx="4" type="subTitle"/>
          </p:nvPr>
        </p:nvSpPr>
        <p:spPr>
          <a:xfrm>
            <a:off x="2946896" y="3503725"/>
            <a:ext cx="18942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28"/>
          <p:cNvSpPr txBox="1"/>
          <p:nvPr>
            <p:ph idx="5" type="subTitle"/>
          </p:nvPr>
        </p:nvSpPr>
        <p:spPr>
          <a:xfrm>
            <a:off x="720000" y="1550900"/>
            <a:ext cx="1894200" cy="5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1" name="Google Shape;391;p28"/>
          <p:cNvSpPr txBox="1"/>
          <p:nvPr>
            <p:ph idx="6" type="subTitle"/>
          </p:nvPr>
        </p:nvSpPr>
        <p:spPr>
          <a:xfrm>
            <a:off x="720000" y="3060775"/>
            <a:ext cx="1894200" cy="5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2" name="Google Shape;392;p28"/>
          <p:cNvSpPr txBox="1"/>
          <p:nvPr>
            <p:ph idx="7" type="subTitle"/>
          </p:nvPr>
        </p:nvSpPr>
        <p:spPr>
          <a:xfrm>
            <a:off x="2946894" y="1550900"/>
            <a:ext cx="1894200" cy="5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3" name="Google Shape;393;p28"/>
          <p:cNvSpPr txBox="1"/>
          <p:nvPr>
            <p:ph idx="8" type="subTitle"/>
          </p:nvPr>
        </p:nvSpPr>
        <p:spPr>
          <a:xfrm>
            <a:off x="2946894" y="3060775"/>
            <a:ext cx="1894200" cy="5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4" name="Google Shape;394;p28"/>
          <p:cNvSpPr/>
          <p:nvPr>
            <p:ph idx="9" type="pic"/>
          </p:nvPr>
        </p:nvSpPr>
        <p:spPr>
          <a:xfrm flipH="1">
            <a:off x="5241310" y="539500"/>
            <a:ext cx="3189456" cy="4126788"/>
          </a:xfrm>
          <a:prstGeom prst="flowChartDocumen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8"/>
          <p:cNvSpPr/>
          <p:nvPr/>
        </p:nvSpPr>
        <p:spPr>
          <a:xfrm rot="-6689859">
            <a:off x="-490046" y="2478094"/>
            <a:ext cx="3853591" cy="3875875"/>
          </a:xfrm>
          <a:custGeom>
            <a:rect b="b" l="l" r="r" t="t"/>
            <a:pathLst>
              <a:path extrusionOk="0" h="226986" w="225681">
                <a:moveTo>
                  <a:pt x="225681" y="0"/>
                </a:moveTo>
                <a:cubicBezTo>
                  <a:pt x="216325" y="12757"/>
                  <a:pt x="209318" y="28425"/>
                  <a:pt x="196097" y="37113"/>
                </a:cubicBezTo>
                <a:cubicBezTo>
                  <a:pt x="183019" y="45707"/>
                  <a:pt x="166720" y="48201"/>
                  <a:pt x="151453" y="51636"/>
                </a:cubicBezTo>
                <a:cubicBezTo>
                  <a:pt x="144804" y="53132"/>
                  <a:pt x="137608" y="52818"/>
                  <a:pt x="131013" y="51098"/>
                </a:cubicBezTo>
                <a:cubicBezTo>
                  <a:pt x="127173" y="50096"/>
                  <a:pt x="122099" y="50508"/>
                  <a:pt x="119718" y="47333"/>
                </a:cubicBezTo>
                <a:cubicBezTo>
                  <a:pt x="117330" y="44148"/>
                  <a:pt x="117555" y="34241"/>
                  <a:pt x="121331" y="35500"/>
                </a:cubicBezTo>
                <a:cubicBezTo>
                  <a:pt x="132264" y="39146"/>
                  <a:pt x="133233" y="62335"/>
                  <a:pt x="124559" y="69924"/>
                </a:cubicBezTo>
                <a:cubicBezTo>
                  <a:pt x="115255" y="78065"/>
                  <a:pt x="101417" y="78677"/>
                  <a:pt x="89596" y="82296"/>
                </a:cubicBezTo>
                <a:cubicBezTo>
                  <a:pt x="76784" y="86218"/>
                  <a:pt x="64488" y="92041"/>
                  <a:pt x="53020" y="98970"/>
                </a:cubicBezTo>
                <a:cubicBezTo>
                  <a:pt x="32246" y="111521"/>
                  <a:pt x="13383" y="131002"/>
                  <a:pt x="5149" y="153834"/>
                </a:cubicBezTo>
                <a:cubicBezTo>
                  <a:pt x="-3124" y="176774"/>
                  <a:pt x="-330" y="203497"/>
                  <a:pt x="6225" y="22698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9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8" name="Google Shape;398;p29"/>
          <p:cNvSpPr txBox="1"/>
          <p:nvPr>
            <p:ph idx="1" type="subTitle"/>
          </p:nvPr>
        </p:nvSpPr>
        <p:spPr>
          <a:xfrm>
            <a:off x="1170025" y="1951129"/>
            <a:ext cx="1951200" cy="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29"/>
          <p:cNvSpPr txBox="1"/>
          <p:nvPr>
            <p:ph idx="2" type="subTitle"/>
          </p:nvPr>
        </p:nvSpPr>
        <p:spPr>
          <a:xfrm>
            <a:off x="3596452" y="1951129"/>
            <a:ext cx="1951200" cy="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29"/>
          <p:cNvSpPr txBox="1"/>
          <p:nvPr>
            <p:ph idx="3" type="subTitle"/>
          </p:nvPr>
        </p:nvSpPr>
        <p:spPr>
          <a:xfrm>
            <a:off x="1170025" y="3460728"/>
            <a:ext cx="1951200" cy="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29"/>
          <p:cNvSpPr txBox="1"/>
          <p:nvPr>
            <p:ph idx="4" type="subTitle"/>
          </p:nvPr>
        </p:nvSpPr>
        <p:spPr>
          <a:xfrm>
            <a:off x="3596452" y="3460728"/>
            <a:ext cx="1951200" cy="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29"/>
          <p:cNvSpPr txBox="1"/>
          <p:nvPr>
            <p:ph idx="5" type="subTitle"/>
          </p:nvPr>
        </p:nvSpPr>
        <p:spPr>
          <a:xfrm>
            <a:off x="6022878" y="1951129"/>
            <a:ext cx="1951200" cy="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29"/>
          <p:cNvSpPr txBox="1"/>
          <p:nvPr>
            <p:ph idx="6" type="subTitle"/>
          </p:nvPr>
        </p:nvSpPr>
        <p:spPr>
          <a:xfrm>
            <a:off x="6022878" y="3460728"/>
            <a:ext cx="1951200" cy="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29"/>
          <p:cNvSpPr txBox="1"/>
          <p:nvPr>
            <p:ph idx="7" type="subTitle"/>
          </p:nvPr>
        </p:nvSpPr>
        <p:spPr>
          <a:xfrm>
            <a:off x="1177826" y="1559853"/>
            <a:ext cx="194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8" type="subTitle"/>
          </p:nvPr>
        </p:nvSpPr>
        <p:spPr>
          <a:xfrm>
            <a:off x="3600285" y="1559853"/>
            <a:ext cx="194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9" type="subTitle"/>
          </p:nvPr>
        </p:nvSpPr>
        <p:spPr>
          <a:xfrm>
            <a:off x="6026719" y="1559853"/>
            <a:ext cx="194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7" name="Google Shape;407;p29"/>
          <p:cNvSpPr txBox="1"/>
          <p:nvPr>
            <p:ph idx="13" type="subTitle"/>
          </p:nvPr>
        </p:nvSpPr>
        <p:spPr>
          <a:xfrm>
            <a:off x="1173851" y="3068302"/>
            <a:ext cx="194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8" name="Google Shape;408;p29"/>
          <p:cNvSpPr txBox="1"/>
          <p:nvPr>
            <p:ph idx="14" type="subTitle"/>
          </p:nvPr>
        </p:nvSpPr>
        <p:spPr>
          <a:xfrm>
            <a:off x="3600285" y="3068302"/>
            <a:ext cx="194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9" name="Google Shape;409;p29"/>
          <p:cNvSpPr txBox="1"/>
          <p:nvPr>
            <p:ph idx="15" type="subTitle"/>
          </p:nvPr>
        </p:nvSpPr>
        <p:spPr>
          <a:xfrm>
            <a:off x="6026719" y="3068302"/>
            <a:ext cx="194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0" name="Google Shape;410;p29"/>
          <p:cNvSpPr/>
          <p:nvPr/>
        </p:nvSpPr>
        <p:spPr>
          <a:xfrm rot="-5400000">
            <a:off x="-361247" y="2625585"/>
            <a:ext cx="2528050" cy="4436900"/>
          </a:xfrm>
          <a:custGeom>
            <a:rect b="b" l="l" r="r" t="t"/>
            <a:pathLst>
              <a:path extrusionOk="0" h="177476" w="101122">
                <a:moveTo>
                  <a:pt x="101122" y="1588"/>
                </a:moveTo>
                <a:cubicBezTo>
                  <a:pt x="86784" y="-5579"/>
                  <a:pt x="65422" y="14355"/>
                  <a:pt x="62394" y="30096"/>
                </a:cubicBezTo>
                <a:cubicBezTo>
                  <a:pt x="60607" y="39388"/>
                  <a:pt x="65183" y="48829"/>
                  <a:pt x="67235" y="58066"/>
                </a:cubicBezTo>
                <a:cubicBezTo>
                  <a:pt x="70580" y="73118"/>
                  <a:pt x="72962" y="90008"/>
                  <a:pt x="67235" y="104324"/>
                </a:cubicBezTo>
                <a:cubicBezTo>
                  <a:pt x="64080" y="112212"/>
                  <a:pt x="57357" y="120872"/>
                  <a:pt x="48947" y="122074"/>
                </a:cubicBezTo>
                <a:cubicBezTo>
                  <a:pt x="38880" y="123512"/>
                  <a:pt x="25880" y="119590"/>
                  <a:pt x="18826" y="126915"/>
                </a:cubicBezTo>
                <a:cubicBezTo>
                  <a:pt x="6352" y="139869"/>
                  <a:pt x="0" y="159492"/>
                  <a:pt x="0" y="17747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411" name="Google Shape;411;p29"/>
          <p:cNvGrpSpPr/>
          <p:nvPr/>
        </p:nvGrpSpPr>
        <p:grpSpPr>
          <a:xfrm flipH="1">
            <a:off x="8043465" y="4510060"/>
            <a:ext cx="774625" cy="407800"/>
            <a:chOff x="1663300" y="3302675"/>
            <a:chExt cx="774625" cy="407800"/>
          </a:xfrm>
        </p:grpSpPr>
        <p:sp>
          <p:nvSpPr>
            <p:cNvPr id="412" name="Google Shape;412;p29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9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9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5" name="Google Shape;415;p29"/>
          <p:cNvSpPr/>
          <p:nvPr/>
        </p:nvSpPr>
        <p:spPr>
          <a:xfrm flipH="1" rot="5400000">
            <a:off x="-336704" y="-1201440"/>
            <a:ext cx="2447375" cy="3129025"/>
          </a:xfrm>
          <a:custGeom>
            <a:rect b="b" l="l" r="r" t="t"/>
            <a:pathLst>
              <a:path extrusionOk="0" h="125161" w="97895">
                <a:moveTo>
                  <a:pt x="97895" y="30494"/>
                </a:moveTo>
                <a:cubicBezTo>
                  <a:pt x="87751" y="16967"/>
                  <a:pt x="70438" y="-6713"/>
                  <a:pt x="55940" y="1986"/>
                </a:cubicBezTo>
                <a:cubicBezTo>
                  <a:pt x="52285" y="4179"/>
                  <a:pt x="52713" y="10096"/>
                  <a:pt x="52713" y="14358"/>
                </a:cubicBezTo>
                <a:cubicBezTo>
                  <a:pt x="52713" y="31808"/>
                  <a:pt x="64821" y="50924"/>
                  <a:pt x="57016" y="66532"/>
                </a:cubicBezTo>
                <a:cubicBezTo>
                  <a:pt x="54911" y="70741"/>
                  <a:pt x="50948" y="75285"/>
                  <a:pt x="46258" y="75676"/>
                </a:cubicBezTo>
                <a:cubicBezTo>
                  <a:pt x="34275" y="76675"/>
                  <a:pt x="19944" y="70217"/>
                  <a:pt x="10220" y="77290"/>
                </a:cubicBezTo>
                <a:cubicBezTo>
                  <a:pt x="3187" y="82406"/>
                  <a:pt x="4433" y="93899"/>
                  <a:pt x="3766" y="102570"/>
                </a:cubicBezTo>
                <a:cubicBezTo>
                  <a:pt x="3180" y="110182"/>
                  <a:pt x="1366" y="117650"/>
                  <a:pt x="0" y="1251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6" name="Google Shape;416;p29"/>
          <p:cNvSpPr/>
          <p:nvPr/>
        </p:nvSpPr>
        <p:spPr>
          <a:xfrm flipH="1" rot="3288960">
            <a:off x="6026359" y="-1005330"/>
            <a:ext cx="3818923" cy="1805262"/>
          </a:xfrm>
          <a:custGeom>
            <a:rect b="b" l="l" r="r" t="t"/>
            <a:pathLst>
              <a:path extrusionOk="0" h="72211" w="152758">
                <a:moveTo>
                  <a:pt x="0" y="0"/>
                </a:moveTo>
                <a:cubicBezTo>
                  <a:pt x="18357" y="13352"/>
                  <a:pt x="40341" y="32164"/>
                  <a:pt x="40341" y="54864"/>
                </a:cubicBezTo>
                <a:cubicBezTo>
                  <a:pt x="40341" y="62092"/>
                  <a:pt x="26219" y="71110"/>
                  <a:pt x="21515" y="65622"/>
                </a:cubicBezTo>
                <a:cubicBezTo>
                  <a:pt x="18705" y="62344"/>
                  <a:pt x="20256" y="56345"/>
                  <a:pt x="22591" y="52713"/>
                </a:cubicBezTo>
                <a:cubicBezTo>
                  <a:pt x="31580" y="38729"/>
                  <a:pt x="54691" y="61441"/>
                  <a:pt x="70462" y="66698"/>
                </a:cubicBezTo>
                <a:cubicBezTo>
                  <a:pt x="96708" y="75447"/>
                  <a:pt x="132645" y="74936"/>
                  <a:pt x="152758" y="55940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417" name="Google Shape;417;p29"/>
          <p:cNvGrpSpPr/>
          <p:nvPr/>
        </p:nvGrpSpPr>
        <p:grpSpPr>
          <a:xfrm rot="5400000">
            <a:off x="40869" y="2207313"/>
            <a:ext cx="1010750" cy="599700"/>
            <a:chOff x="1697200" y="2217150"/>
            <a:chExt cx="1010750" cy="599700"/>
          </a:xfrm>
        </p:grpSpPr>
        <p:sp>
          <p:nvSpPr>
            <p:cNvPr id="418" name="Google Shape;418;p29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9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9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30"/>
          <p:cNvGrpSpPr/>
          <p:nvPr/>
        </p:nvGrpSpPr>
        <p:grpSpPr>
          <a:xfrm rot="-5400000">
            <a:off x="-11316" y="476840"/>
            <a:ext cx="1010750" cy="599700"/>
            <a:chOff x="1697200" y="2217150"/>
            <a:chExt cx="1010750" cy="599700"/>
          </a:xfrm>
        </p:grpSpPr>
        <p:sp>
          <p:nvSpPr>
            <p:cNvPr id="427" name="Google Shape;427;p30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0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0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0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0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4" name="Google Shape;434;p30"/>
          <p:cNvGrpSpPr/>
          <p:nvPr/>
        </p:nvGrpSpPr>
        <p:grpSpPr>
          <a:xfrm rot="-5400000">
            <a:off x="8247356" y="4232412"/>
            <a:ext cx="774625" cy="407800"/>
            <a:chOff x="1663300" y="3302675"/>
            <a:chExt cx="774625" cy="407800"/>
          </a:xfrm>
        </p:grpSpPr>
        <p:sp>
          <p:nvSpPr>
            <p:cNvPr id="435" name="Google Shape;435;p30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0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0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8" name="Google Shape;438;p30"/>
          <p:cNvSpPr/>
          <p:nvPr/>
        </p:nvSpPr>
        <p:spPr>
          <a:xfrm rot="10800000">
            <a:off x="-806825" y="4559950"/>
            <a:ext cx="3217400" cy="2580450"/>
          </a:xfrm>
          <a:custGeom>
            <a:rect b="b" l="l" r="r" t="t"/>
            <a:pathLst>
              <a:path extrusionOk="0" h="103218" w="128696">
                <a:moveTo>
                  <a:pt x="24152" y="0"/>
                </a:moveTo>
                <a:cubicBezTo>
                  <a:pt x="38138" y="13054"/>
                  <a:pt x="44140" y="40028"/>
                  <a:pt x="34372" y="56478"/>
                </a:cubicBezTo>
                <a:cubicBezTo>
                  <a:pt x="28872" y="65741"/>
                  <a:pt x="12905" y="72315"/>
                  <a:pt x="3713" y="66698"/>
                </a:cubicBezTo>
                <a:cubicBezTo>
                  <a:pt x="665" y="64835"/>
                  <a:pt x="-841" y="59795"/>
                  <a:pt x="486" y="56478"/>
                </a:cubicBezTo>
                <a:cubicBezTo>
                  <a:pt x="1964" y="52782"/>
                  <a:pt x="6189" y="49332"/>
                  <a:pt x="10167" y="49485"/>
                </a:cubicBezTo>
                <a:cubicBezTo>
                  <a:pt x="18525" y="49807"/>
                  <a:pt x="25466" y="56800"/>
                  <a:pt x="31683" y="62395"/>
                </a:cubicBezTo>
                <a:cubicBezTo>
                  <a:pt x="43274" y="72827"/>
                  <a:pt x="51083" y="88231"/>
                  <a:pt x="65031" y="95205"/>
                </a:cubicBezTo>
                <a:cubicBezTo>
                  <a:pt x="77109" y="101244"/>
                  <a:pt x="91419" y="104269"/>
                  <a:pt x="104835" y="102736"/>
                </a:cubicBezTo>
                <a:cubicBezTo>
                  <a:pt x="118817" y="101138"/>
                  <a:pt x="130054" y="81761"/>
                  <a:pt x="128502" y="67773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9" name="Google Shape;439;p30"/>
          <p:cNvSpPr txBox="1"/>
          <p:nvPr>
            <p:ph hasCustomPrompt="1" type="title"/>
          </p:nvPr>
        </p:nvSpPr>
        <p:spPr>
          <a:xfrm>
            <a:off x="713225" y="539500"/>
            <a:ext cx="36840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4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0" name="Google Shape;440;p30"/>
          <p:cNvSpPr txBox="1"/>
          <p:nvPr>
            <p:ph idx="1" type="subTitle"/>
          </p:nvPr>
        </p:nvSpPr>
        <p:spPr>
          <a:xfrm>
            <a:off x="713225" y="1169829"/>
            <a:ext cx="3684000" cy="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hasCustomPrompt="1" idx="2" type="title"/>
          </p:nvPr>
        </p:nvSpPr>
        <p:spPr>
          <a:xfrm>
            <a:off x="713225" y="1982059"/>
            <a:ext cx="36840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4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2" name="Google Shape;442;p30"/>
          <p:cNvSpPr txBox="1"/>
          <p:nvPr>
            <p:ph idx="3" type="subTitle"/>
          </p:nvPr>
        </p:nvSpPr>
        <p:spPr>
          <a:xfrm>
            <a:off x="713225" y="2613999"/>
            <a:ext cx="3684000" cy="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43" name="Google Shape;443;p30"/>
          <p:cNvSpPr txBox="1"/>
          <p:nvPr>
            <p:ph hasCustomPrompt="1" idx="4" type="title"/>
          </p:nvPr>
        </p:nvSpPr>
        <p:spPr>
          <a:xfrm>
            <a:off x="713225" y="3426207"/>
            <a:ext cx="36840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4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4" name="Google Shape;444;p30"/>
          <p:cNvSpPr txBox="1"/>
          <p:nvPr>
            <p:ph idx="5" type="subTitle"/>
          </p:nvPr>
        </p:nvSpPr>
        <p:spPr>
          <a:xfrm>
            <a:off x="713225" y="4057243"/>
            <a:ext cx="3684000" cy="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45" name="Google Shape;445;p30"/>
          <p:cNvSpPr/>
          <p:nvPr>
            <p:ph idx="6" type="pic"/>
          </p:nvPr>
        </p:nvSpPr>
        <p:spPr>
          <a:xfrm>
            <a:off x="4639075" y="674246"/>
            <a:ext cx="3791700" cy="37362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31"/>
          <p:cNvGrpSpPr/>
          <p:nvPr/>
        </p:nvGrpSpPr>
        <p:grpSpPr>
          <a:xfrm rot="9544265">
            <a:off x="7925412" y="239652"/>
            <a:ext cx="1010724" cy="599684"/>
            <a:chOff x="1697200" y="2217150"/>
            <a:chExt cx="1010750" cy="599700"/>
          </a:xfrm>
        </p:grpSpPr>
        <p:sp>
          <p:nvSpPr>
            <p:cNvPr id="448" name="Google Shape;448;p31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1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1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1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1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1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5" name="Google Shape;455;p31"/>
          <p:cNvGrpSpPr/>
          <p:nvPr/>
        </p:nvGrpSpPr>
        <p:grpSpPr>
          <a:xfrm flipH="1" rot="5400000">
            <a:off x="166896" y="4133394"/>
            <a:ext cx="927025" cy="636400"/>
            <a:chOff x="1663300" y="3074075"/>
            <a:chExt cx="927025" cy="636400"/>
          </a:xfrm>
        </p:grpSpPr>
        <p:sp>
          <p:nvSpPr>
            <p:cNvPr id="456" name="Google Shape;456;p31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1"/>
            <p:cNvSpPr/>
            <p:nvPr/>
          </p:nvSpPr>
          <p:spPr>
            <a:xfrm>
              <a:off x="2507550" y="34245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1"/>
            <p:cNvSpPr/>
            <p:nvPr/>
          </p:nvSpPr>
          <p:spPr>
            <a:xfrm>
              <a:off x="1663300" y="30740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9" name="Google Shape;459;p31"/>
          <p:cNvSpPr/>
          <p:nvPr/>
        </p:nvSpPr>
        <p:spPr>
          <a:xfrm rot="282778">
            <a:off x="6212011" y="2882499"/>
            <a:ext cx="4078870" cy="5279979"/>
          </a:xfrm>
          <a:custGeom>
            <a:rect b="b" l="l" r="r" t="t"/>
            <a:pathLst>
              <a:path extrusionOk="0" h="226986" w="225681">
                <a:moveTo>
                  <a:pt x="225681" y="0"/>
                </a:moveTo>
                <a:cubicBezTo>
                  <a:pt x="216325" y="12757"/>
                  <a:pt x="209318" y="28425"/>
                  <a:pt x="196097" y="37113"/>
                </a:cubicBezTo>
                <a:cubicBezTo>
                  <a:pt x="183019" y="45707"/>
                  <a:pt x="166720" y="48201"/>
                  <a:pt x="151453" y="51636"/>
                </a:cubicBezTo>
                <a:cubicBezTo>
                  <a:pt x="144804" y="53132"/>
                  <a:pt x="137608" y="52818"/>
                  <a:pt x="131013" y="51098"/>
                </a:cubicBezTo>
                <a:cubicBezTo>
                  <a:pt x="127173" y="50096"/>
                  <a:pt x="122099" y="50508"/>
                  <a:pt x="119718" y="47333"/>
                </a:cubicBezTo>
                <a:cubicBezTo>
                  <a:pt x="117330" y="44148"/>
                  <a:pt x="117555" y="34241"/>
                  <a:pt x="121331" y="35500"/>
                </a:cubicBezTo>
                <a:cubicBezTo>
                  <a:pt x="132264" y="39146"/>
                  <a:pt x="133233" y="62335"/>
                  <a:pt x="124559" y="69924"/>
                </a:cubicBezTo>
                <a:cubicBezTo>
                  <a:pt x="115255" y="78065"/>
                  <a:pt x="101417" y="78677"/>
                  <a:pt x="89596" y="82296"/>
                </a:cubicBezTo>
                <a:cubicBezTo>
                  <a:pt x="76784" y="86218"/>
                  <a:pt x="64488" y="92041"/>
                  <a:pt x="53020" y="98970"/>
                </a:cubicBezTo>
                <a:cubicBezTo>
                  <a:pt x="32246" y="111521"/>
                  <a:pt x="13383" y="131002"/>
                  <a:pt x="5149" y="153834"/>
                </a:cubicBezTo>
                <a:cubicBezTo>
                  <a:pt x="-3124" y="176774"/>
                  <a:pt x="-330" y="203497"/>
                  <a:pt x="6225" y="22698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0" name="Google Shape;460;p31"/>
          <p:cNvSpPr/>
          <p:nvPr/>
        </p:nvSpPr>
        <p:spPr>
          <a:xfrm rot="5400000">
            <a:off x="-2022646" y="-340976"/>
            <a:ext cx="3941050" cy="3148529"/>
          </a:xfrm>
          <a:custGeom>
            <a:rect b="b" l="l" r="r" t="t"/>
            <a:pathLst>
              <a:path extrusionOk="0" h="140387" w="175724">
                <a:moveTo>
                  <a:pt x="0" y="0"/>
                </a:moveTo>
                <a:cubicBezTo>
                  <a:pt x="6166" y="19727"/>
                  <a:pt x="25235" y="35928"/>
                  <a:pt x="44645" y="43030"/>
                </a:cubicBezTo>
                <a:cubicBezTo>
                  <a:pt x="74433" y="53929"/>
                  <a:pt x="107754" y="52470"/>
                  <a:pt x="137698" y="62932"/>
                </a:cubicBezTo>
                <a:cubicBezTo>
                  <a:pt x="153259" y="68369"/>
                  <a:pt x="167806" y="81780"/>
                  <a:pt x="173198" y="97356"/>
                </a:cubicBezTo>
                <a:cubicBezTo>
                  <a:pt x="177899" y="110937"/>
                  <a:pt x="175053" y="126753"/>
                  <a:pt x="170509" y="140387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1" name="Google Shape;461;p31"/>
          <p:cNvSpPr/>
          <p:nvPr/>
        </p:nvSpPr>
        <p:spPr>
          <a:xfrm flipH="1" rot="10800000">
            <a:off x="7314268" y="-737221"/>
            <a:ext cx="3129359" cy="3310342"/>
          </a:xfrm>
          <a:custGeom>
            <a:rect b="b" l="l" r="r" t="t"/>
            <a:pathLst>
              <a:path extrusionOk="0" h="150607" w="142373">
                <a:moveTo>
                  <a:pt x="142029" y="0"/>
                </a:moveTo>
                <a:cubicBezTo>
                  <a:pt x="144256" y="15587"/>
                  <a:pt x="132858" y="34730"/>
                  <a:pt x="118363" y="40879"/>
                </a:cubicBezTo>
                <a:cubicBezTo>
                  <a:pt x="97331" y="49801"/>
                  <a:pt x="71929" y="42940"/>
                  <a:pt x="50589" y="51099"/>
                </a:cubicBezTo>
                <a:cubicBezTo>
                  <a:pt x="29252" y="59257"/>
                  <a:pt x="11935" y="80120"/>
                  <a:pt x="4332" y="101660"/>
                </a:cubicBezTo>
                <a:cubicBezTo>
                  <a:pt x="-1100" y="117049"/>
                  <a:pt x="-1228" y="134916"/>
                  <a:pt x="3256" y="150607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2" name="Google Shape;462;p31"/>
          <p:cNvSpPr txBox="1"/>
          <p:nvPr>
            <p:ph hasCustomPrompt="1" type="title"/>
          </p:nvPr>
        </p:nvSpPr>
        <p:spPr>
          <a:xfrm>
            <a:off x="1522150" y="1962150"/>
            <a:ext cx="1005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3" name="Google Shape;463;p31"/>
          <p:cNvSpPr txBox="1"/>
          <p:nvPr>
            <p:ph idx="1" type="subTitle"/>
          </p:nvPr>
        </p:nvSpPr>
        <p:spPr>
          <a:xfrm>
            <a:off x="938500" y="3629175"/>
            <a:ext cx="2173200" cy="8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64" name="Google Shape;464;p31"/>
          <p:cNvSpPr txBox="1"/>
          <p:nvPr>
            <p:ph idx="2" type="subTitle"/>
          </p:nvPr>
        </p:nvSpPr>
        <p:spPr>
          <a:xfrm>
            <a:off x="938500" y="31971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5" name="Google Shape;465;p31"/>
          <p:cNvSpPr txBox="1"/>
          <p:nvPr>
            <p:ph hasCustomPrompt="1" idx="3" type="title"/>
          </p:nvPr>
        </p:nvSpPr>
        <p:spPr>
          <a:xfrm>
            <a:off x="4069000" y="1962150"/>
            <a:ext cx="1005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6" name="Google Shape;466;p31"/>
          <p:cNvSpPr txBox="1"/>
          <p:nvPr>
            <p:ph idx="4" type="subTitle"/>
          </p:nvPr>
        </p:nvSpPr>
        <p:spPr>
          <a:xfrm>
            <a:off x="3485400" y="3629175"/>
            <a:ext cx="2173200" cy="8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67" name="Google Shape;467;p31"/>
          <p:cNvSpPr txBox="1"/>
          <p:nvPr>
            <p:ph idx="5" type="subTitle"/>
          </p:nvPr>
        </p:nvSpPr>
        <p:spPr>
          <a:xfrm>
            <a:off x="3485400" y="31971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8" name="Google Shape;468;p31"/>
          <p:cNvSpPr txBox="1"/>
          <p:nvPr>
            <p:ph hasCustomPrompt="1" idx="6" type="title"/>
          </p:nvPr>
        </p:nvSpPr>
        <p:spPr>
          <a:xfrm>
            <a:off x="6613575" y="1962150"/>
            <a:ext cx="1005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9" name="Google Shape;469;p31"/>
          <p:cNvSpPr txBox="1"/>
          <p:nvPr>
            <p:ph idx="7" type="subTitle"/>
          </p:nvPr>
        </p:nvSpPr>
        <p:spPr>
          <a:xfrm>
            <a:off x="6032300" y="3629175"/>
            <a:ext cx="2173200" cy="8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70" name="Google Shape;470;p31"/>
          <p:cNvSpPr txBox="1"/>
          <p:nvPr>
            <p:ph idx="8" type="subTitle"/>
          </p:nvPr>
        </p:nvSpPr>
        <p:spPr>
          <a:xfrm>
            <a:off x="6032300" y="31971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1" name="Google Shape;471;p31"/>
          <p:cNvSpPr txBox="1"/>
          <p:nvPr>
            <p:ph idx="9"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2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74" name="Google Shape;474;p32"/>
          <p:cNvGrpSpPr/>
          <p:nvPr/>
        </p:nvGrpSpPr>
        <p:grpSpPr>
          <a:xfrm flipH="1" rot="-5400000">
            <a:off x="8272061" y="389219"/>
            <a:ext cx="774625" cy="407800"/>
            <a:chOff x="1663300" y="3302675"/>
            <a:chExt cx="774625" cy="407800"/>
          </a:xfrm>
        </p:grpSpPr>
        <p:sp>
          <p:nvSpPr>
            <p:cNvPr id="475" name="Google Shape;475;p32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2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2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32"/>
          <p:cNvSpPr/>
          <p:nvPr/>
        </p:nvSpPr>
        <p:spPr>
          <a:xfrm rot="10362798">
            <a:off x="7900744" y="2135764"/>
            <a:ext cx="2377875" cy="3280913"/>
          </a:xfrm>
          <a:custGeom>
            <a:rect b="b" l="l" r="r" t="t"/>
            <a:pathLst>
              <a:path extrusionOk="0" h="177476" w="101122">
                <a:moveTo>
                  <a:pt x="101122" y="1588"/>
                </a:moveTo>
                <a:cubicBezTo>
                  <a:pt x="86784" y="-5579"/>
                  <a:pt x="65422" y="14355"/>
                  <a:pt x="62394" y="30096"/>
                </a:cubicBezTo>
                <a:cubicBezTo>
                  <a:pt x="60607" y="39388"/>
                  <a:pt x="65183" y="48829"/>
                  <a:pt x="67235" y="58066"/>
                </a:cubicBezTo>
                <a:cubicBezTo>
                  <a:pt x="70580" y="73118"/>
                  <a:pt x="72962" y="90008"/>
                  <a:pt x="67235" y="104324"/>
                </a:cubicBezTo>
                <a:cubicBezTo>
                  <a:pt x="64080" y="112212"/>
                  <a:pt x="57357" y="120872"/>
                  <a:pt x="48947" y="122074"/>
                </a:cubicBezTo>
                <a:cubicBezTo>
                  <a:pt x="38880" y="123512"/>
                  <a:pt x="25880" y="119590"/>
                  <a:pt x="18826" y="126915"/>
                </a:cubicBezTo>
                <a:cubicBezTo>
                  <a:pt x="6352" y="139869"/>
                  <a:pt x="0" y="159492"/>
                  <a:pt x="0" y="17747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9" name="Google Shape;479;p32"/>
          <p:cNvSpPr/>
          <p:nvPr/>
        </p:nvSpPr>
        <p:spPr>
          <a:xfrm flipH="1" rot="-2370692">
            <a:off x="-585674" y="3134426"/>
            <a:ext cx="3242351" cy="4343694"/>
          </a:xfrm>
          <a:custGeom>
            <a:rect b="b" l="l" r="r" t="t"/>
            <a:pathLst>
              <a:path extrusionOk="0" h="125161" w="97895">
                <a:moveTo>
                  <a:pt x="97895" y="30494"/>
                </a:moveTo>
                <a:cubicBezTo>
                  <a:pt x="87751" y="16967"/>
                  <a:pt x="70438" y="-6713"/>
                  <a:pt x="55940" y="1986"/>
                </a:cubicBezTo>
                <a:cubicBezTo>
                  <a:pt x="52285" y="4179"/>
                  <a:pt x="52713" y="10096"/>
                  <a:pt x="52713" y="14358"/>
                </a:cubicBezTo>
                <a:cubicBezTo>
                  <a:pt x="52713" y="31808"/>
                  <a:pt x="64821" y="50924"/>
                  <a:pt x="57016" y="66532"/>
                </a:cubicBezTo>
                <a:cubicBezTo>
                  <a:pt x="54911" y="70741"/>
                  <a:pt x="50948" y="75285"/>
                  <a:pt x="46258" y="75676"/>
                </a:cubicBezTo>
                <a:cubicBezTo>
                  <a:pt x="34275" y="76675"/>
                  <a:pt x="19944" y="70217"/>
                  <a:pt x="10220" y="77290"/>
                </a:cubicBezTo>
                <a:cubicBezTo>
                  <a:pt x="3187" y="82406"/>
                  <a:pt x="4433" y="93899"/>
                  <a:pt x="3766" y="102570"/>
                </a:cubicBezTo>
                <a:cubicBezTo>
                  <a:pt x="3180" y="110182"/>
                  <a:pt x="1366" y="117650"/>
                  <a:pt x="0" y="125161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80" name="Google Shape;480;p32"/>
          <p:cNvSpPr/>
          <p:nvPr/>
        </p:nvSpPr>
        <p:spPr>
          <a:xfrm rot="-5400000">
            <a:off x="-988180" y="-469135"/>
            <a:ext cx="2237523" cy="1057711"/>
          </a:xfrm>
          <a:custGeom>
            <a:rect b="b" l="l" r="r" t="t"/>
            <a:pathLst>
              <a:path extrusionOk="0" h="72211" w="152758">
                <a:moveTo>
                  <a:pt x="0" y="0"/>
                </a:moveTo>
                <a:cubicBezTo>
                  <a:pt x="18357" y="13352"/>
                  <a:pt x="40341" y="32164"/>
                  <a:pt x="40341" y="54864"/>
                </a:cubicBezTo>
                <a:cubicBezTo>
                  <a:pt x="40341" y="62092"/>
                  <a:pt x="26219" y="71110"/>
                  <a:pt x="21515" y="65622"/>
                </a:cubicBezTo>
                <a:cubicBezTo>
                  <a:pt x="18705" y="62344"/>
                  <a:pt x="20256" y="56345"/>
                  <a:pt x="22591" y="52713"/>
                </a:cubicBezTo>
                <a:cubicBezTo>
                  <a:pt x="31580" y="38729"/>
                  <a:pt x="54691" y="61441"/>
                  <a:pt x="70462" y="66698"/>
                </a:cubicBezTo>
                <a:cubicBezTo>
                  <a:pt x="96708" y="75447"/>
                  <a:pt x="132645" y="74936"/>
                  <a:pt x="152758" y="5594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481" name="Google Shape;481;p32"/>
          <p:cNvGrpSpPr/>
          <p:nvPr/>
        </p:nvGrpSpPr>
        <p:grpSpPr>
          <a:xfrm flipH="1" rot="1078700">
            <a:off x="3652716" y="4655788"/>
            <a:ext cx="890382" cy="511369"/>
            <a:chOff x="1697200" y="2236350"/>
            <a:chExt cx="1010750" cy="580500"/>
          </a:xfrm>
        </p:grpSpPr>
        <p:sp>
          <p:nvSpPr>
            <p:cNvPr id="482" name="Google Shape;482;p32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2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2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2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2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2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3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90" name="Google Shape;490;p33"/>
          <p:cNvGrpSpPr/>
          <p:nvPr/>
        </p:nvGrpSpPr>
        <p:grpSpPr>
          <a:xfrm flipH="1" rot="5400000">
            <a:off x="125207" y="4374760"/>
            <a:ext cx="774625" cy="407800"/>
            <a:chOff x="1663300" y="3302675"/>
            <a:chExt cx="774625" cy="407800"/>
          </a:xfrm>
        </p:grpSpPr>
        <p:sp>
          <p:nvSpPr>
            <p:cNvPr id="491" name="Google Shape;491;p33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3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3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4" name="Google Shape;494;p33"/>
          <p:cNvSpPr/>
          <p:nvPr/>
        </p:nvSpPr>
        <p:spPr>
          <a:xfrm rot="-437202">
            <a:off x="-1106725" y="-168697"/>
            <a:ext cx="2377875" cy="3280913"/>
          </a:xfrm>
          <a:custGeom>
            <a:rect b="b" l="l" r="r" t="t"/>
            <a:pathLst>
              <a:path extrusionOk="0" h="177476" w="101122">
                <a:moveTo>
                  <a:pt x="101122" y="1588"/>
                </a:moveTo>
                <a:cubicBezTo>
                  <a:pt x="86784" y="-5579"/>
                  <a:pt x="65422" y="14355"/>
                  <a:pt x="62394" y="30096"/>
                </a:cubicBezTo>
                <a:cubicBezTo>
                  <a:pt x="60607" y="39388"/>
                  <a:pt x="65183" y="48829"/>
                  <a:pt x="67235" y="58066"/>
                </a:cubicBezTo>
                <a:cubicBezTo>
                  <a:pt x="70580" y="73118"/>
                  <a:pt x="72962" y="90008"/>
                  <a:pt x="67235" y="104324"/>
                </a:cubicBezTo>
                <a:cubicBezTo>
                  <a:pt x="64080" y="112212"/>
                  <a:pt x="57357" y="120872"/>
                  <a:pt x="48947" y="122074"/>
                </a:cubicBezTo>
                <a:cubicBezTo>
                  <a:pt x="38880" y="123512"/>
                  <a:pt x="25880" y="119590"/>
                  <a:pt x="18826" y="126915"/>
                </a:cubicBezTo>
                <a:cubicBezTo>
                  <a:pt x="6352" y="139869"/>
                  <a:pt x="0" y="159492"/>
                  <a:pt x="0" y="17747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5" name="Google Shape;495;p33"/>
          <p:cNvSpPr/>
          <p:nvPr/>
        </p:nvSpPr>
        <p:spPr>
          <a:xfrm flipH="1" rot="8900178">
            <a:off x="6625712" y="-1792586"/>
            <a:ext cx="2501306" cy="3820612"/>
          </a:xfrm>
          <a:custGeom>
            <a:rect b="b" l="l" r="r" t="t"/>
            <a:pathLst>
              <a:path extrusionOk="0" h="125161" w="97895">
                <a:moveTo>
                  <a:pt x="97895" y="30494"/>
                </a:moveTo>
                <a:cubicBezTo>
                  <a:pt x="87751" y="16967"/>
                  <a:pt x="70438" y="-6713"/>
                  <a:pt x="55940" y="1986"/>
                </a:cubicBezTo>
                <a:cubicBezTo>
                  <a:pt x="52285" y="4179"/>
                  <a:pt x="52713" y="10096"/>
                  <a:pt x="52713" y="14358"/>
                </a:cubicBezTo>
                <a:cubicBezTo>
                  <a:pt x="52713" y="31808"/>
                  <a:pt x="64821" y="50924"/>
                  <a:pt x="57016" y="66532"/>
                </a:cubicBezTo>
                <a:cubicBezTo>
                  <a:pt x="54911" y="70741"/>
                  <a:pt x="50948" y="75285"/>
                  <a:pt x="46258" y="75676"/>
                </a:cubicBezTo>
                <a:cubicBezTo>
                  <a:pt x="34275" y="76675"/>
                  <a:pt x="19944" y="70217"/>
                  <a:pt x="10220" y="77290"/>
                </a:cubicBezTo>
                <a:cubicBezTo>
                  <a:pt x="3187" y="82406"/>
                  <a:pt x="4433" y="93899"/>
                  <a:pt x="3766" y="102570"/>
                </a:cubicBezTo>
                <a:cubicBezTo>
                  <a:pt x="3180" y="110182"/>
                  <a:pt x="1366" y="117650"/>
                  <a:pt x="0" y="1251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6" name="Google Shape;496;p33"/>
          <p:cNvSpPr/>
          <p:nvPr/>
        </p:nvSpPr>
        <p:spPr>
          <a:xfrm rot="7711463">
            <a:off x="7729794" y="4502154"/>
            <a:ext cx="1968191" cy="1102939"/>
          </a:xfrm>
          <a:custGeom>
            <a:rect b="b" l="l" r="r" t="t"/>
            <a:pathLst>
              <a:path extrusionOk="0" h="72211" w="152758">
                <a:moveTo>
                  <a:pt x="0" y="0"/>
                </a:moveTo>
                <a:cubicBezTo>
                  <a:pt x="18357" y="13352"/>
                  <a:pt x="40341" y="32164"/>
                  <a:pt x="40341" y="54864"/>
                </a:cubicBezTo>
                <a:cubicBezTo>
                  <a:pt x="40341" y="62092"/>
                  <a:pt x="26219" y="71110"/>
                  <a:pt x="21515" y="65622"/>
                </a:cubicBezTo>
                <a:cubicBezTo>
                  <a:pt x="18705" y="62344"/>
                  <a:pt x="20256" y="56345"/>
                  <a:pt x="22591" y="52713"/>
                </a:cubicBezTo>
                <a:cubicBezTo>
                  <a:pt x="31580" y="38729"/>
                  <a:pt x="54691" y="61441"/>
                  <a:pt x="70462" y="66698"/>
                </a:cubicBezTo>
                <a:cubicBezTo>
                  <a:pt x="96708" y="75447"/>
                  <a:pt x="132645" y="74936"/>
                  <a:pt x="152758" y="55940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497" name="Google Shape;497;p33"/>
          <p:cNvGrpSpPr/>
          <p:nvPr/>
        </p:nvGrpSpPr>
        <p:grpSpPr>
          <a:xfrm flipH="1" rot="-9721300">
            <a:off x="5565621" y="4545251"/>
            <a:ext cx="890382" cy="511369"/>
            <a:chOff x="1697200" y="2236350"/>
            <a:chExt cx="1010750" cy="580500"/>
          </a:xfrm>
        </p:grpSpPr>
        <p:sp>
          <p:nvSpPr>
            <p:cNvPr id="498" name="Google Shape;498;p33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3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3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3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3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3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4"/>
          <p:cNvSpPr txBox="1"/>
          <p:nvPr>
            <p:ph type="title"/>
          </p:nvPr>
        </p:nvSpPr>
        <p:spPr>
          <a:xfrm>
            <a:off x="713275" y="539500"/>
            <a:ext cx="4448100" cy="11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06" name="Google Shape;506;p34"/>
          <p:cNvSpPr txBox="1"/>
          <p:nvPr>
            <p:ph idx="1" type="subTitle"/>
          </p:nvPr>
        </p:nvSpPr>
        <p:spPr>
          <a:xfrm>
            <a:off x="713225" y="1648709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34"/>
          <p:cNvSpPr txBox="1"/>
          <p:nvPr/>
        </p:nvSpPr>
        <p:spPr>
          <a:xfrm>
            <a:off x="713275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1200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8" name="Google Shape;508;p34"/>
          <p:cNvSpPr/>
          <p:nvPr/>
        </p:nvSpPr>
        <p:spPr>
          <a:xfrm rot="9921055">
            <a:off x="-904081" y="3745913"/>
            <a:ext cx="2904596" cy="2126716"/>
          </a:xfrm>
          <a:custGeom>
            <a:rect b="b" l="l" r="r" t="t"/>
            <a:pathLst>
              <a:path extrusionOk="0" h="85068" w="116183">
                <a:moveTo>
                  <a:pt x="0" y="620"/>
                </a:moveTo>
                <a:cubicBezTo>
                  <a:pt x="13873" y="-2847"/>
                  <a:pt x="30423" y="9498"/>
                  <a:pt x="37114" y="22136"/>
                </a:cubicBezTo>
                <a:cubicBezTo>
                  <a:pt x="41392" y="30216"/>
                  <a:pt x="41051" y="42272"/>
                  <a:pt x="48948" y="46878"/>
                </a:cubicBezTo>
                <a:cubicBezTo>
                  <a:pt x="63258" y="55224"/>
                  <a:pt x="82179" y="50245"/>
                  <a:pt x="97895" y="55484"/>
                </a:cubicBezTo>
                <a:cubicBezTo>
                  <a:pt x="108893" y="59150"/>
                  <a:pt x="114745" y="73564"/>
                  <a:pt x="116183" y="85068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09" name="Google Shape;509;p34"/>
          <p:cNvSpPr/>
          <p:nvPr/>
        </p:nvSpPr>
        <p:spPr>
          <a:xfrm flipH="1" rot="150265">
            <a:off x="-226097" y="-545324"/>
            <a:ext cx="2237368" cy="1057638"/>
          </a:xfrm>
          <a:custGeom>
            <a:rect b="b" l="l" r="r" t="t"/>
            <a:pathLst>
              <a:path extrusionOk="0" h="72211" w="152758">
                <a:moveTo>
                  <a:pt x="0" y="0"/>
                </a:moveTo>
                <a:cubicBezTo>
                  <a:pt x="18357" y="13352"/>
                  <a:pt x="40341" y="32164"/>
                  <a:pt x="40341" y="54864"/>
                </a:cubicBezTo>
                <a:cubicBezTo>
                  <a:pt x="40341" y="62092"/>
                  <a:pt x="26219" y="71110"/>
                  <a:pt x="21515" y="65622"/>
                </a:cubicBezTo>
                <a:cubicBezTo>
                  <a:pt x="18705" y="62344"/>
                  <a:pt x="20256" y="56345"/>
                  <a:pt x="22591" y="52713"/>
                </a:cubicBezTo>
                <a:cubicBezTo>
                  <a:pt x="31580" y="38729"/>
                  <a:pt x="54691" y="61441"/>
                  <a:pt x="70462" y="66698"/>
                </a:cubicBezTo>
                <a:cubicBezTo>
                  <a:pt x="96708" y="75447"/>
                  <a:pt x="132645" y="74936"/>
                  <a:pt x="152758" y="55940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510" name="Google Shape;510;p34"/>
          <p:cNvGrpSpPr/>
          <p:nvPr/>
        </p:nvGrpSpPr>
        <p:grpSpPr>
          <a:xfrm flipH="1" rot="5400000">
            <a:off x="-27193" y="1120894"/>
            <a:ext cx="774625" cy="407800"/>
            <a:chOff x="1663300" y="3302675"/>
            <a:chExt cx="774625" cy="407800"/>
          </a:xfrm>
        </p:grpSpPr>
        <p:sp>
          <p:nvSpPr>
            <p:cNvPr id="511" name="Google Shape;511;p34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4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4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5"/>
          <p:cNvGrpSpPr/>
          <p:nvPr/>
        </p:nvGrpSpPr>
        <p:grpSpPr>
          <a:xfrm flipH="1" rot="-5400000">
            <a:off x="8380163" y="1453720"/>
            <a:ext cx="774625" cy="407800"/>
            <a:chOff x="1663300" y="3302675"/>
            <a:chExt cx="774625" cy="407800"/>
          </a:xfrm>
        </p:grpSpPr>
        <p:sp>
          <p:nvSpPr>
            <p:cNvPr id="516" name="Google Shape;516;p35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5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5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9" name="Google Shape;519;p35"/>
          <p:cNvSpPr/>
          <p:nvPr/>
        </p:nvSpPr>
        <p:spPr>
          <a:xfrm rot="-8471928">
            <a:off x="7373472" y="2936057"/>
            <a:ext cx="2527969" cy="4436758"/>
          </a:xfrm>
          <a:custGeom>
            <a:rect b="b" l="l" r="r" t="t"/>
            <a:pathLst>
              <a:path extrusionOk="0" h="177476" w="101122">
                <a:moveTo>
                  <a:pt x="101122" y="1588"/>
                </a:moveTo>
                <a:cubicBezTo>
                  <a:pt x="86784" y="-5579"/>
                  <a:pt x="65422" y="14355"/>
                  <a:pt x="62394" y="30096"/>
                </a:cubicBezTo>
                <a:cubicBezTo>
                  <a:pt x="60607" y="39388"/>
                  <a:pt x="65183" y="48829"/>
                  <a:pt x="67235" y="58066"/>
                </a:cubicBezTo>
                <a:cubicBezTo>
                  <a:pt x="70580" y="73118"/>
                  <a:pt x="72962" y="90008"/>
                  <a:pt x="67235" y="104324"/>
                </a:cubicBezTo>
                <a:cubicBezTo>
                  <a:pt x="64080" y="112212"/>
                  <a:pt x="57357" y="120872"/>
                  <a:pt x="48947" y="122074"/>
                </a:cubicBezTo>
                <a:cubicBezTo>
                  <a:pt x="38880" y="123512"/>
                  <a:pt x="25880" y="119590"/>
                  <a:pt x="18826" y="126915"/>
                </a:cubicBezTo>
                <a:cubicBezTo>
                  <a:pt x="6352" y="139869"/>
                  <a:pt x="0" y="159492"/>
                  <a:pt x="0" y="17747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0" name="Google Shape;520;p35"/>
          <p:cNvSpPr/>
          <p:nvPr/>
        </p:nvSpPr>
        <p:spPr>
          <a:xfrm rot="10800000">
            <a:off x="-578237" y="-1025012"/>
            <a:ext cx="2447375" cy="3129025"/>
          </a:xfrm>
          <a:custGeom>
            <a:rect b="b" l="l" r="r" t="t"/>
            <a:pathLst>
              <a:path extrusionOk="0" h="125161" w="97895">
                <a:moveTo>
                  <a:pt x="97895" y="30494"/>
                </a:moveTo>
                <a:cubicBezTo>
                  <a:pt x="87751" y="16967"/>
                  <a:pt x="70438" y="-6713"/>
                  <a:pt x="55940" y="1986"/>
                </a:cubicBezTo>
                <a:cubicBezTo>
                  <a:pt x="52285" y="4179"/>
                  <a:pt x="52713" y="10096"/>
                  <a:pt x="52713" y="14358"/>
                </a:cubicBezTo>
                <a:cubicBezTo>
                  <a:pt x="52713" y="31808"/>
                  <a:pt x="64821" y="50924"/>
                  <a:pt x="57016" y="66532"/>
                </a:cubicBezTo>
                <a:cubicBezTo>
                  <a:pt x="54911" y="70741"/>
                  <a:pt x="50948" y="75285"/>
                  <a:pt x="46258" y="75676"/>
                </a:cubicBezTo>
                <a:cubicBezTo>
                  <a:pt x="34275" y="76675"/>
                  <a:pt x="19944" y="70217"/>
                  <a:pt x="10220" y="77290"/>
                </a:cubicBezTo>
                <a:cubicBezTo>
                  <a:pt x="3187" y="82406"/>
                  <a:pt x="4433" y="93899"/>
                  <a:pt x="3766" y="102570"/>
                </a:cubicBezTo>
                <a:cubicBezTo>
                  <a:pt x="3180" y="110182"/>
                  <a:pt x="1366" y="117650"/>
                  <a:pt x="0" y="1251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1" name="Google Shape;521;p35"/>
          <p:cNvSpPr/>
          <p:nvPr/>
        </p:nvSpPr>
        <p:spPr>
          <a:xfrm>
            <a:off x="8211650" y="-228602"/>
            <a:ext cx="2237523" cy="1057711"/>
          </a:xfrm>
          <a:custGeom>
            <a:rect b="b" l="l" r="r" t="t"/>
            <a:pathLst>
              <a:path extrusionOk="0" h="72211" w="152758">
                <a:moveTo>
                  <a:pt x="0" y="0"/>
                </a:moveTo>
                <a:cubicBezTo>
                  <a:pt x="18357" y="13352"/>
                  <a:pt x="40341" y="32164"/>
                  <a:pt x="40341" y="54864"/>
                </a:cubicBezTo>
                <a:cubicBezTo>
                  <a:pt x="40341" y="62092"/>
                  <a:pt x="26219" y="71110"/>
                  <a:pt x="21515" y="65622"/>
                </a:cubicBezTo>
                <a:cubicBezTo>
                  <a:pt x="18705" y="62344"/>
                  <a:pt x="20256" y="56345"/>
                  <a:pt x="22591" y="52713"/>
                </a:cubicBezTo>
                <a:cubicBezTo>
                  <a:pt x="31580" y="38729"/>
                  <a:pt x="54691" y="61441"/>
                  <a:pt x="70462" y="66698"/>
                </a:cubicBezTo>
                <a:cubicBezTo>
                  <a:pt x="96708" y="75447"/>
                  <a:pt x="132645" y="74936"/>
                  <a:pt x="152758" y="55940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522" name="Google Shape;522;p35"/>
          <p:cNvGrpSpPr/>
          <p:nvPr/>
        </p:nvGrpSpPr>
        <p:grpSpPr>
          <a:xfrm>
            <a:off x="131725" y="4480007"/>
            <a:ext cx="890370" cy="511362"/>
            <a:chOff x="1697200" y="2236350"/>
            <a:chExt cx="1010750" cy="580500"/>
          </a:xfrm>
        </p:grpSpPr>
        <p:sp>
          <p:nvSpPr>
            <p:cNvPr id="523" name="Google Shape;523;p35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5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5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5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5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5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oogle Shape;530;p36"/>
          <p:cNvGrpSpPr/>
          <p:nvPr/>
        </p:nvGrpSpPr>
        <p:grpSpPr>
          <a:xfrm rot="-5400000">
            <a:off x="8195861" y="4374760"/>
            <a:ext cx="774625" cy="407800"/>
            <a:chOff x="1663300" y="3302675"/>
            <a:chExt cx="774625" cy="407800"/>
          </a:xfrm>
        </p:grpSpPr>
        <p:sp>
          <p:nvSpPr>
            <p:cNvPr id="531" name="Google Shape;531;p36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4" name="Google Shape;534;p36"/>
          <p:cNvSpPr/>
          <p:nvPr/>
        </p:nvSpPr>
        <p:spPr>
          <a:xfrm flipH="1" rot="437202">
            <a:off x="7824544" y="-168697"/>
            <a:ext cx="2377875" cy="3280913"/>
          </a:xfrm>
          <a:custGeom>
            <a:rect b="b" l="l" r="r" t="t"/>
            <a:pathLst>
              <a:path extrusionOk="0" h="177476" w="101122">
                <a:moveTo>
                  <a:pt x="101122" y="1588"/>
                </a:moveTo>
                <a:cubicBezTo>
                  <a:pt x="86784" y="-5579"/>
                  <a:pt x="65422" y="14355"/>
                  <a:pt x="62394" y="30096"/>
                </a:cubicBezTo>
                <a:cubicBezTo>
                  <a:pt x="60607" y="39388"/>
                  <a:pt x="65183" y="48829"/>
                  <a:pt x="67235" y="58066"/>
                </a:cubicBezTo>
                <a:cubicBezTo>
                  <a:pt x="70580" y="73118"/>
                  <a:pt x="72962" y="90008"/>
                  <a:pt x="67235" y="104324"/>
                </a:cubicBezTo>
                <a:cubicBezTo>
                  <a:pt x="64080" y="112212"/>
                  <a:pt x="57357" y="120872"/>
                  <a:pt x="48947" y="122074"/>
                </a:cubicBezTo>
                <a:cubicBezTo>
                  <a:pt x="38880" y="123512"/>
                  <a:pt x="25880" y="119590"/>
                  <a:pt x="18826" y="126915"/>
                </a:cubicBezTo>
                <a:cubicBezTo>
                  <a:pt x="6352" y="139869"/>
                  <a:pt x="0" y="159492"/>
                  <a:pt x="0" y="17747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5" name="Google Shape;535;p36"/>
          <p:cNvSpPr/>
          <p:nvPr/>
        </p:nvSpPr>
        <p:spPr>
          <a:xfrm rot="-8900252">
            <a:off x="-406228" y="-2158464"/>
            <a:ext cx="3242253" cy="4343806"/>
          </a:xfrm>
          <a:custGeom>
            <a:rect b="b" l="l" r="r" t="t"/>
            <a:pathLst>
              <a:path extrusionOk="0" h="125161" w="97895">
                <a:moveTo>
                  <a:pt x="97895" y="30494"/>
                </a:moveTo>
                <a:cubicBezTo>
                  <a:pt x="87751" y="16967"/>
                  <a:pt x="70438" y="-6713"/>
                  <a:pt x="55940" y="1986"/>
                </a:cubicBezTo>
                <a:cubicBezTo>
                  <a:pt x="52285" y="4179"/>
                  <a:pt x="52713" y="10096"/>
                  <a:pt x="52713" y="14358"/>
                </a:cubicBezTo>
                <a:cubicBezTo>
                  <a:pt x="52713" y="31808"/>
                  <a:pt x="64821" y="50924"/>
                  <a:pt x="57016" y="66532"/>
                </a:cubicBezTo>
                <a:cubicBezTo>
                  <a:pt x="54911" y="70741"/>
                  <a:pt x="50948" y="75285"/>
                  <a:pt x="46258" y="75676"/>
                </a:cubicBezTo>
                <a:cubicBezTo>
                  <a:pt x="34275" y="76675"/>
                  <a:pt x="19944" y="70217"/>
                  <a:pt x="10220" y="77290"/>
                </a:cubicBezTo>
                <a:cubicBezTo>
                  <a:pt x="3187" y="82406"/>
                  <a:pt x="4433" y="93899"/>
                  <a:pt x="3766" y="102570"/>
                </a:cubicBezTo>
                <a:cubicBezTo>
                  <a:pt x="3180" y="110182"/>
                  <a:pt x="1366" y="117650"/>
                  <a:pt x="0" y="125161"/>
                </a:cubicBez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6" name="Google Shape;536;p36"/>
          <p:cNvSpPr/>
          <p:nvPr/>
        </p:nvSpPr>
        <p:spPr>
          <a:xfrm flipH="1" rot="-5400000">
            <a:off x="-988180" y="4430804"/>
            <a:ext cx="2237523" cy="1057711"/>
          </a:xfrm>
          <a:custGeom>
            <a:rect b="b" l="l" r="r" t="t"/>
            <a:pathLst>
              <a:path extrusionOk="0" h="72211" w="152758">
                <a:moveTo>
                  <a:pt x="0" y="0"/>
                </a:moveTo>
                <a:cubicBezTo>
                  <a:pt x="18357" y="13352"/>
                  <a:pt x="40341" y="32164"/>
                  <a:pt x="40341" y="54864"/>
                </a:cubicBezTo>
                <a:cubicBezTo>
                  <a:pt x="40341" y="62092"/>
                  <a:pt x="26219" y="71110"/>
                  <a:pt x="21515" y="65622"/>
                </a:cubicBezTo>
                <a:cubicBezTo>
                  <a:pt x="18705" y="62344"/>
                  <a:pt x="20256" y="56345"/>
                  <a:pt x="22591" y="52713"/>
                </a:cubicBezTo>
                <a:cubicBezTo>
                  <a:pt x="31580" y="38729"/>
                  <a:pt x="54691" y="61441"/>
                  <a:pt x="70462" y="66698"/>
                </a:cubicBezTo>
                <a:cubicBezTo>
                  <a:pt x="96708" y="75447"/>
                  <a:pt x="132645" y="74936"/>
                  <a:pt x="152758" y="5594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537" name="Google Shape;537;p36"/>
          <p:cNvGrpSpPr/>
          <p:nvPr/>
        </p:nvGrpSpPr>
        <p:grpSpPr>
          <a:xfrm rot="9721300">
            <a:off x="5024316" y="4622"/>
            <a:ext cx="890382" cy="511369"/>
            <a:chOff x="1697200" y="2236350"/>
            <a:chExt cx="1010750" cy="580500"/>
          </a:xfrm>
        </p:grpSpPr>
        <p:sp>
          <p:nvSpPr>
            <p:cNvPr id="538" name="Google Shape;538;p36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6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arela Round"/>
              <a:buNone/>
              <a:defRPr b="1" sz="35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arela Round"/>
              <a:buNone/>
              <a:defRPr b="1" sz="35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arela Round"/>
              <a:buNone/>
              <a:defRPr b="1" sz="35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arela Round"/>
              <a:buNone/>
              <a:defRPr b="1" sz="35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arela Round"/>
              <a:buNone/>
              <a:defRPr b="1" sz="35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arela Round"/>
              <a:buNone/>
              <a:defRPr b="1" sz="35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arela Round"/>
              <a:buNone/>
              <a:defRPr b="1" sz="35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arela Round"/>
              <a:buNone/>
              <a:defRPr b="1" sz="35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arela Round"/>
              <a:buNone/>
              <a:defRPr b="1" sz="35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7"/>
          <p:cNvSpPr txBox="1"/>
          <p:nvPr>
            <p:ph type="ctrTitle"/>
          </p:nvPr>
        </p:nvSpPr>
        <p:spPr>
          <a:xfrm>
            <a:off x="713225" y="873900"/>
            <a:ext cx="4266900" cy="27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Ask </a:t>
            </a:r>
            <a:endParaRPr sz="6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chemeClr val="dk2"/>
                </a:solidFill>
              </a:rPr>
              <a:t>Jimmy</a:t>
            </a:r>
            <a:endParaRPr b="0" sz="6700">
              <a:solidFill>
                <a:schemeClr val="dk2"/>
              </a:solidFill>
            </a:endParaRPr>
          </a:p>
        </p:txBody>
      </p:sp>
      <p:sp>
        <p:nvSpPr>
          <p:cNvPr id="549" name="Google Shape;549;p37"/>
          <p:cNvSpPr txBox="1"/>
          <p:nvPr>
            <p:ph idx="1" type="subTitle"/>
          </p:nvPr>
        </p:nvSpPr>
        <p:spPr>
          <a:xfrm>
            <a:off x="713274" y="3600600"/>
            <a:ext cx="4266900" cy="8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Echipa 3 - DevOops</a:t>
            </a:r>
            <a:endParaRPr/>
          </a:p>
        </p:txBody>
      </p:sp>
      <p:grpSp>
        <p:nvGrpSpPr>
          <p:cNvPr id="550" name="Google Shape;550;p37"/>
          <p:cNvGrpSpPr/>
          <p:nvPr/>
        </p:nvGrpSpPr>
        <p:grpSpPr>
          <a:xfrm rot="-694890">
            <a:off x="4397032" y="356905"/>
            <a:ext cx="1267203" cy="751859"/>
            <a:chOff x="1697200" y="2217150"/>
            <a:chExt cx="1010750" cy="599700"/>
          </a:xfrm>
        </p:grpSpPr>
        <p:sp>
          <p:nvSpPr>
            <p:cNvPr id="551" name="Google Shape;551;p37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7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7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7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7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7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7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8" name="Google Shape;558;p37"/>
          <p:cNvSpPr/>
          <p:nvPr/>
        </p:nvSpPr>
        <p:spPr>
          <a:xfrm rot="-878945">
            <a:off x="6589026" y="-557803"/>
            <a:ext cx="2904596" cy="2126716"/>
          </a:xfrm>
          <a:custGeom>
            <a:rect b="b" l="l" r="r" t="t"/>
            <a:pathLst>
              <a:path extrusionOk="0" h="85068" w="116183">
                <a:moveTo>
                  <a:pt x="0" y="620"/>
                </a:moveTo>
                <a:cubicBezTo>
                  <a:pt x="13873" y="-2847"/>
                  <a:pt x="30423" y="9498"/>
                  <a:pt x="37114" y="22136"/>
                </a:cubicBezTo>
                <a:cubicBezTo>
                  <a:pt x="41392" y="30216"/>
                  <a:pt x="41051" y="42272"/>
                  <a:pt x="48948" y="46878"/>
                </a:cubicBezTo>
                <a:cubicBezTo>
                  <a:pt x="63258" y="55224"/>
                  <a:pt x="82179" y="50245"/>
                  <a:pt x="97895" y="55484"/>
                </a:cubicBezTo>
                <a:cubicBezTo>
                  <a:pt x="108893" y="59150"/>
                  <a:pt x="114745" y="73564"/>
                  <a:pt x="116183" y="85068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9" name="Google Shape;559;p37"/>
          <p:cNvSpPr/>
          <p:nvPr/>
        </p:nvSpPr>
        <p:spPr>
          <a:xfrm flipH="1">
            <a:off x="5374456" y="4340421"/>
            <a:ext cx="5159075" cy="1334225"/>
          </a:xfrm>
          <a:custGeom>
            <a:rect b="b" l="l" r="r" t="t"/>
            <a:pathLst>
              <a:path extrusionOk="0" h="53369" w="206363">
                <a:moveTo>
                  <a:pt x="1968" y="53369"/>
                </a:moveTo>
                <a:cubicBezTo>
                  <a:pt x="-2136" y="41065"/>
                  <a:pt x="1228" y="26804"/>
                  <a:pt x="5733" y="14642"/>
                </a:cubicBezTo>
                <a:cubicBezTo>
                  <a:pt x="7667" y="9419"/>
                  <a:pt x="9416" y="1750"/>
                  <a:pt x="14877" y="657"/>
                </a:cubicBezTo>
                <a:cubicBezTo>
                  <a:pt x="39302" y="-4230"/>
                  <a:pt x="59893" y="27013"/>
                  <a:pt x="84802" y="27013"/>
                </a:cubicBezTo>
                <a:cubicBezTo>
                  <a:pt x="94825" y="27013"/>
                  <a:pt x="102803" y="18190"/>
                  <a:pt x="111696" y="13566"/>
                </a:cubicBezTo>
                <a:cubicBezTo>
                  <a:pt x="123707" y="7321"/>
                  <a:pt x="138196" y="2992"/>
                  <a:pt x="151499" y="5498"/>
                </a:cubicBezTo>
                <a:cubicBezTo>
                  <a:pt x="173396" y="9623"/>
                  <a:pt x="193145" y="25749"/>
                  <a:pt x="206363" y="43687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560" name="Google Shape;560;p37" title="narwal_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8250" y="311476"/>
            <a:ext cx="6027400" cy="45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8"/>
          <p:cNvSpPr txBox="1"/>
          <p:nvPr>
            <p:ph type="title"/>
          </p:nvPr>
        </p:nvSpPr>
        <p:spPr>
          <a:xfrm>
            <a:off x="720000" y="368825"/>
            <a:ext cx="40560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Cuprins</a:t>
            </a:r>
            <a:endParaRPr/>
          </a:p>
        </p:txBody>
      </p:sp>
      <p:sp>
        <p:nvSpPr>
          <p:cNvPr id="566" name="Google Shape;566;p38"/>
          <p:cNvSpPr txBox="1"/>
          <p:nvPr>
            <p:ph idx="4" type="title"/>
          </p:nvPr>
        </p:nvSpPr>
        <p:spPr>
          <a:xfrm>
            <a:off x="713226" y="1358950"/>
            <a:ext cx="81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67" name="Google Shape;567;p38"/>
          <p:cNvSpPr txBox="1"/>
          <p:nvPr>
            <p:ph idx="5" type="title"/>
          </p:nvPr>
        </p:nvSpPr>
        <p:spPr>
          <a:xfrm>
            <a:off x="716624" y="2539750"/>
            <a:ext cx="81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68" name="Google Shape;568;p38"/>
          <p:cNvSpPr txBox="1"/>
          <p:nvPr>
            <p:ph idx="6" type="title"/>
          </p:nvPr>
        </p:nvSpPr>
        <p:spPr>
          <a:xfrm>
            <a:off x="713229" y="3720550"/>
            <a:ext cx="81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69" name="Google Shape;569;p38"/>
          <p:cNvSpPr txBox="1"/>
          <p:nvPr>
            <p:ph idx="7" type="subTitle"/>
          </p:nvPr>
        </p:nvSpPr>
        <p:spPr>
          <a:xfrm>
            <a:off x="1680224" y="1340358"/>
            <a:ext cx="254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Introducere</a:t>
            </a:r>
            <a:endParaRPr/>
          </a:p>
        </p:txBody>
      </p:sp>
      <p:sp>
        <p:nvSpPr>
          <p:cNvPr id="570" name="Google Shape;570;p38"/>
          <p:cNvSpPr txBox="1"/>
          <p:nvPr>
            <p:ph idx="8" type="subTitle"/>
          </p:nvPr>
        </p:nvSpPr>
        <p:spPr>
          <a:xfrm>
            <a:off x="1683623" y="2521158"/>
            <a:ext cx="254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</a:t>
            </a:r>
            <a:endParaRPr/>
          </a:p>
        </p:txBody>
      </p:sp>
      <p:sp>
        <p:nvSpPr>
          <p:cNvPr id="571" name="Google Shape;571;p38"/>
          <p:cNvSpPr txBox="1"/>
          <p:nvPr>
            <p:ph idx="9" type="subTitle"/>
          </p:nvPr>
        </p:nvSpPr>
        <p:spPr>
          <a:xfrm>
            <a:off x="1680227" y="3701958"/>
            <a:ext cx="254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Soluția</a:t>
            </a:r>
            <a:endParaRPr/>
          </a:p>
        </p:txBody>
      </p:sp>
      <p:grpSp>
        <p:nvGrpSpPr>
          <p:cNvPr id="572" name="Google Shape;572;p38"/>
          <p:cNvGrpSpPr/>
          <p:nvPr/>
        </p:nvGrpSpPr>
        <p:grpSpPr>
          <a:xfrm flipH="1">
            <a:off x="7773075" y="4527796"/>
            <a:ext cx="1003225" cy="407800"/>
            <a:chOff x="1434700" y="3302675"/>
            <a:chExt cx="1003225" cy="407800"/>
          </a:xfrm>
        </p:grpSpPr>
        <p:sp>
          <p:nvSpPr>
            <p:cNvPr id="573" name="Google Shape;573;p38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8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14347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6" name="Google Shape;576;p38"/>
          <p:cNvSpPr/>
          <p:nvPr/>
        </p:nvSpPr>
        <p:spPr>
          <a:xfrm rot="851263">
            <a:off x="6373957" y="-421410"/>
            <a:ext cx="4249284" cy="2388655"/>
          </a:xfrm>
          <a:custGeom>
            <a:rect b="b" l="l" r="r" t="t"/>
            <a:pathLst>
              <a:path extrusionOk="0" h="95546" w="169971">
                <a:moveTo>
                  <a:pt x="0" y="0"/>
                </a:moveTo>
                <a:cubicBezTo>
                  <a:pt x="18437" y="7683"/>
                  <a:pt x="39462" y="17922"/>
                  <a:pt x="47872" y="36038"/>
                </a:cubicBezTo>
                <a:cubicBezTo>
                  <a:pt x="51516" y="43888"/>
                  <a:pt x="53788" y="52664"/>
                  <a:pt x="53788" y="61319"/>
                </a:cubicBezTo>
                <a:cubicBezTo>
                  <a:pt x="53788" y="65169"/>
                  <a:pt x="49344" y="75274"/>
                  <a:pt x="48410" y="71539"/>
                </a:cubicBezTo>
                <a:cubicBezTo>
                  <a:pt x="45058" y="58136"/>
                  <a:pt x="76652" y="65765"/>
                  <a:pt x="89827" y="69925"/>
                </a:cubicBezTo>
                <a:cubicBezTo>
                  <a:pt x="104990" y="74713"/>
                  <a:pt x="116119" y="88687"/>
                  <a:pt x="131244" y="93592"/>
                </a:cubicBezTo>
                <a:cubicBezTo>
                  <a:pt x="143666" y="97620"/>
                  <a:pt x="158986" y="94737"/>
                  <a:pt x="169971" y="87675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7" name="Google Shape;577;p38"/>
          <p:cNvSpPr txBox="1"/>
          <p:nvPr>
            <p:ph idx="4" type="title"/>
          </p:nvPr>
        </p:nvSpPr>
        <p:spPr>
          <a:xfrm>
            <a:off x="4601807" y="1368475"/>
            <a:ext cx="81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78" name="Google Shape;578;p38"/>
          <p:cNvSpPr txBox="1"/>
          <p:nvPr>
            <p:ph idx="5" type="title"/>
          </p:nvPr>
        </p:nvSpPr>
        <p:spPr>
          <a:xfrm>
            <a:off x="4605206" y="2549275"/>
            <a:ext cx="81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79" name="Google Shape;579;p38"/>
          <p:cNvSpPr txBox="1"/>
          <p:nvPr>
            <p:ph idx="6" type="title"/>
          </p:nvPr>
        </p:nvSpPr>
        <p:spPr>
          <a:xfrm>
            <a:off x="4601810" y="3730075"/>
            <a:ext cx="81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580" name="Google Shape;580;p38"/>
          <p:cNvSpPr txBox="1"/>
          <p:nvPr>
            <p:ph idx="7" type="subTitle"/>
          </p:nvPr>
        </p:nvSpPr>
        <p:spPr>
          <a:xfrm>
            <a:off x="5568805" y="1349883"/>
            <a:ext cx="254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ce noi?</a:t>
            </a:r>
            <a:endParaRPr/>
          </a:p>
        </p:txBody>
      </p:sp>
      <p:sp>
        <p:nvSpPr>
          <p:cNvPr id="581" name="Google Shape;581;p38"/>
          <p:cNvSpPr txBox="1"/>
          <p:nvPr>
            <p:ph idx="8" type="subTitle"/>
          </p:nvPr>
        </p:nvSpPr>
        <p:spPr>
          <a:xfrm>
            <a:off x="5572199" y="2530675"/>
            <a:ext cx="3278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Piață &amp; Oportunitate</a:t>
            </a:r>
            <a:endParaRPr/>
          </a:p>
        </p:txBody>
      </p:sp>
      <p:sp>
        <p:nvSpPr>
          <p:cNvPr id="582" name="Google Shape;582;p38"/>
          <p:cNvSpPr txBox="1"/>
          <p:nvPr>
            <p:ph idx="9" type="subTitle"/>
          </p:nvPr>
        </p:nvSpPr>
        <p:spPr>
          <a:xfrm>
            <a:off x="5568800" y="3711475"/>
            <a:ext cx="3278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Monetizare &amp; Scalare</a:t>
            </a:r>
            <a:endParaRPr/>
          </a:p>
        </p:txBody>
      </p:sp>
      <p:sp>
        <p:nvSpPr>
          <p:cNvPr id="583" name="Google Shape;583;p38"/>
          <p:cNvSpPr txBox="1"/>
          <p:nvPr>
            <p:ph idx="4294967295" type="subTitle"/>
          </p:nvPr>
        </p:nvSpPr>
        <p:spPr>
          <a:xfrm>
            <a:off x="1683625" y="3015475"/>
            <a:ext cx="20811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Criza în educație</a:t>
            </a:r>
            <a:endParaRPr/>
          </a:p>
        </p:txBody>
      </p:sp>
      <p:sp>
        <p:nvSpPr>
          <p:cNvPr id="584" name="Google Shape;584;p38"/>
          <p:cNvSpPr txBox="1"/>
          <p:nvPr>
            <p:ph idx="4294967295" type="subTitle"/>
          </p:nvPr>
        </p:nvSpPr>
        <p:spPr>
          <a:xfrm>
            <a:off x="1681244" y="4082275"/>
            <a:ext cx="20811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Ask Jimmy</a:t>
            </a:r>
            <a:endParaRPr/>
          </a:p>
        </p:txBody>
      </p:sp>
      <p:sp>
        <p:nvSpPr>
          <p:cNvPr id="585" name="Google Shape;585;p38"/>
          <p:cNvSpPr txBox="1"/>
          <p:nvPr>
            <p:ph idx="4294967295" type="subTitle"/>
          </p:nvPr>
        </p:nvSpPr>
        <p:spPr>
          <a:xfrm>
            <a:off x="5572203" y="4186750"/>
            <a:ext cx="29814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Cum facem bani? Care este strategia noastră de creștere?</a:t>
            </a:r>
            <a:endParaRPr/>
          </a:p>
        </p:txBody>
      </p:sp>
      <p:sp>
        <p:nvSpPr>
          <p:cNvPr id="586" name="Google Shape;586;p38"/>
          <p:cNvSpPr txBox="1"/>
          <p:nvPr>
            <p:ph idx="4294967295" type="subTitle"/>
          </p:nvPr>
        </p:nvSpPr>
        <p:spPr>
          <a:xfrm>
            <a:off x="5572203" y="2987350"/>
            <a:ext cx="31356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Validare pe piață și dimensiunea acesteia - oportunitatea</a:t>
            </a:r>
            <a:endParaRPr/>
          </a:p>
        </p:txBody>
      </p:sp>
      <p:sp>
        <p:nvSpPr>
          <p:cNvPr id="587" name="Google Shape;587;p38"/>
          <p:cNvSpPr txBox="1"/>
          <p:nvPr>
            <p:ph idx="4294967295" type="subTitle"/>
          </p:nvPr>
        </p:nvSpPr>
        <p:spPr>
          <a:xfrm>
            <a:off x="5629344" y="1834675"/>
            <a:ext cx="20811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De ce Ask Jimmy</a:t>
            </a:r>
            <a:endParaRPr/>
          </a:p>
        </p:txBody>
      </p:sp>
      <p:sp>
        <p:nvSpPr>
          <p:cNvPr id="588" name="Google Shape;588;p38"/>
          <p:cNvSpPr txBox="1"/>
          <p:nvPr>
            <p:ph idx="4294967295" type="subTitle"/>
          </p:nvPr>
        </p:nvSpPr>
        <p:spPr>
          <a:xfrm>
            <a:off x="1707444" y="1834675"/>
            <a:ext cx="20811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Tema educației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9"/>
          <p:cNvSpPr txBox="1"/>
          <p:nvPr>
            <p:ph type="title"/>
          </p:nvPr>
        </p:nvSpPr>
        <p:spPr>
          <a:xfrm>
            <a:off x="4598800" y="1870450"/>
            <a:ext cx="3563700" cy="144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Introducere</a:t>
            </a:r>
            <a:endParaRPr sz="4500"/>
          </a:p>
        </p:txBody>
      </p:sp>
      <p:sp>
        <p:nvSpPr>
          <p:cNvPr id="594" name="Google Shape;594;p39"/>
          <p:cNvSpPr txBox="1"/>
          <p:nvPr>
            <p:ph idx="2" type="title"/>
          </p:nvPr>
        </p:nvSpPr>
        <p:spPr>
          <a:xfrm>
            <a:off x="4598800" y="1122400"/>
            <a:ext cx="1099200" cy="6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95" name="Google Shape;595;p39"/>
          <p:cNvSpPr txBox="1"/>
          <p:nvPr>
            <p:ph idx="1" type="subTitle"/>
          </p:nvPr>
        </p:nvSpPr>
        <p:spPr>
          <a:xfrm>
            <a:off x="4598800" y="3302900"/>
            <a:ext cx="3563700" cy="7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Tema educației</a:t>
            </a:r>
            <a:endParaRPr/>
          </a:p>
        </p:txBody>
      </p:sp>
      <p:pic>
        <p:nvPicPr>
          <p:cNvPr id="596" name="Google Shape;596;p39" title="Lovepik_com-400451093-hand-drawn-teacher-cartoon.pn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5213" r="5213" t="0"/>
          <a:stretch/>
        </p:blipFill>
        <p:spPr>
          <a:xfrm flipH="1">
            <a:off x="441075" y="897350"/>
            <a:ext cx="3861000" cy="3693600"/>
          </a:xfrm>
          <a:prstGeom prst="ellipse">
            <a:avLst/>
          </a:prstGeom>
          <a:ln>
            <a:noFill/>
          </a:ln>
        </p:spPr>
      </p:pic>
      <p:grpSp>
        <p:nvGrpSpPr>
          <p:cNvPr id="597" name="Google Shape;597;p39"/>
          <p:cNvGrpSpPr/>
          <p:nvPr/>
        </p:nvGrpSpPr>
        <p:grpSpPr>
          <a:xfrm>
            <a:off x="4598809" y="4491971"/>
            <a:ext cx="774625" cy="407800"/>
            <a:chOff x="1663300" y="3302675"/>
            <a:chExt cx="774625" cy="407800"/>
          </a:xfrm>
        </p:grpSpPr>
        <p:sp>
          <p:nvSpPr>
            <p:cNvPr id="598" name="Google Shape;598;p39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9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9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1" name="Google Shape;601;p39"/>
          <p:cNvSpPr/>
          <p:nvPr/>
        </p:nvSpPr>
        <p:spPr>
          <a:xfrm>
            <a:off x="-1622962" y="-1583385"/>
            <a:ext cx="3765175" cy="3820400"/>
          </a:xfrm>
          <a:custGeom>
            <a:rect b="b" l="l" r="r" t="t"/>
            <a:pathLst>
              <a:path extrusionOk="0" h="152816" w="150607">
                <a:moveTo>
                  <a:pt x="150607" y="595"/>
                </a:moveTo>
                <a:cubicBezTo>
                  <a:pt x="146842" y="595"/>
                  <a:pt x="142884" y="-596"/>
                  <a:pt x="139312" y="595"/>
                </a:cubicBezTo>
                <a:cubicBezTo>
                  <a:pt x="127406" y="4565"/>
                  <a:pt x="119502" y="18478"/>
                  <a:pt x="116721" y="30717"/>
                </a:cubicBezTo>
                <a:cubicBezTo>
                  <a:pt x="114035" y="42536"/>
                  <a:pt x="120699" y="54665"/>
                  <a:pt x="121561" y="66755"/>
                </a:cubicBezTo>
                <a:cubicBezTo>
                  <a:pt x="122324" y="77451"/>
                  <a:pt x="118089" y="89542"/>
                  <a:pt x="110266" y="96876"/>
                </a:cubicBezTo>
                <a:cubicBezTo>
                  <a:pt x="96489" y="109791"/>
                  <a:pt x="73381" y="105007"/>
                  <a:pt x="54864" y="108710"/>
                </a:cubicBezTo>
                <a:cubicBezTo>
                  <a:pt x="43076" y="111068"/>
                  <a:pt x="29697" y="111797"/>
                  <a:pt x="20440" y="119467"/>
                </a:cubicBezTo>
                <a:cubicBezTo>
                  <a:pt x="10400" y="127786"/>
                  <a:pt x="1440" y="139858"/>
                  <a:pt x="0" y="15281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125" y="1211800"/>
            <a:ext cx="4079851" cy="271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638" y="1211796"/>
            <a:ext cx="4079849" cy="2719907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40"/>
          <p:cNvSpPr txBox="1"/>
          <p:nvPr>
            <p:ph type="title"/>
          </p:nvPr>
        </p:nvSpPr>
        <p:spPr>
          <a:xfrm>
            <a:off x="1608600" y="177100"/>
            <a:ext cx="5926800" cy="86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Luni dimineață: două clase</a:t>
            </a:r>
            <a:endParaRPr sz="3000"/>
          </a:p>
        </p:txBody>
      </p:sp>
      <p:sp>
        <p:nvSpPr>
          <p:cNvPr id="609" name="Google Shape;609;p40"/>
          <p:cNvSpPr txBox="1"/>
          <p:nvPr>
            <p:ph idx="1" type="subTitle"/>
          </p:nvPr>
        </p:nvSpPr>
        <p:spPr>
          <a:xfrm>
            <a:off x="2258100" y="4181775"/>
            <a:ext cx="4627800" cy="7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Dar dacă învățatul ar fi ca un joc?</a:t>
            </a:r>
            <a:endParaRPr b="1"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1"/>
          <p:cNvSpPr txBox="1"/>
          <p:nvPr>
            <p:ph type="title"/>
          </p:nvPr>
        </p:nvSpPr>
        <p:spPr>
          <a:xfrm>
            <a:off x="1551175" y="2840546"/>
            <a:ext cx="6041700" cy="102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Problema</a:t>
            </a:r>
            <a:endParaRPr sz="5000"/>
          </a:p>
        </p:txBody>
      </p:sp>
      <p:sp>
        <p:nvSpPr>
          <p:cNvPr id="615" name="Google Shape;615;p41"/>
          <p:cNvSpPr txBox="1"/>
          <p:nvPr>
            <p:ph idx="2" type="title"/>
          </p:nvPr>
        </p:nvSpPr>
        <p:spPr>
          <a:xfrm>
            <a:off x="4022375" y="2198671"/>
            <a:ext cx="1099200" cy="6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16" name="Google Shape;616;p41"/>
          <p:cNvSpPr txBox="1"/>
          <p:nvPr>
            <p:ph idx="1" type="subTitle"/>
          </p:nvPr>
        </p:nvSpPr>
        <p:spPr>
          <a:xfrm>
            <a:off x="1551175" y="3851221"/>
            <a:ext cx="6041700" cy="7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Criza de implicare din Educație</a:t>
            </a:r>
            <a:endParaRPr/>
          </a:p>
        </p:txBody>
      </p:sp>
      <p:grpSp>
        <p:nvGrpSpPr>
          <p:cNvPr id="617" name="Google Shape;617;p41"/>
          <p:cNvGrpSpPr/>
          <p:nvPr/>
        </p:nvGrpSpPr>
        <p:grpSpPr>
          <a:xfrm rot="-1792496">
            <a:off x="620122" y="656574"/>
            <a:ext cx="1010733" cy="599690"/>
            <a:chOff x="1697200" y="2217150"/>
            <a:chExt cx="1010750" cy="599700"/>
          </a:xfrm>
        </p:grpSpPr>
        <p:sp>
          <p:nvSpPr>
            <p:cNvPr id="618" name="Google Shape;618;p41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1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1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1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1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1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1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25" name="Google Shape;625;p41" title="02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85" l="0" r="0" t="485"/>
          <a:stretch/>
        </p:blipFill>
        <p:spPr>
          <a:xfrm>
            <a:off x="3795625" y="398171"/>
            <a:ext cx="1552800" cy="1529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2"/>
          <p:cNvSpPr txBox="1"/>
          <p:nvPr>
            <p:ph idx="1" type="subTitle"/>
          </p:nvPr>
        </p:nvSpPr>
        <p:spPr>
          <a:xfrm>
            <a:off x="461275" y="3616711"/>
            <a:ext cx="2304000" cy="897600"/>
          </a:xfrm>
          <a:prstGeom prst="rect">
            <a:avLst/>
          </a:prstGeom>
        </p:spPr>
        <p:txBody>
          <a:bodyPr anchorCtr="0" anchor="t" bIns="96925" lIns="96925" spcFirstLastPara="1" rIns="96925" wrap="square" tIns="9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84"/>
              <a:t>Lecții frontale, fișe, prezentări PowerPoint</a:t>
            </a:r>
            <a:endParaRPr sz="1484"/>
          </a:p>
        </p:txBody>
      </p:sp>
      <p:sp>
        <p:nvSpPr>
          <p:cNvPr id="631" name="Google Shape;631;p42"/>
          <p:cNvSpPr txBox="1"/>
          <p:nvPr>
            <p:ph idx="2" type="subTitle"/>
          </p:nvPr>
        </p:nvSpPr>
        <p:spPr>
          <a:xfrm>
            <a:off x="126925" y="3158650"/>
            <a:ext cx="2972700" cy="466800"/>
          </a:xfrm>
          <a:prstGeom prst="rect">
            <a:avLst/>
          </a:prstGeom>
        </p:spPr>
        <p:txBody>
          <a:bodyPr anchorCtr="0" anchor="b" bIns="96925" lIns="96925" spcFirstLastPara="1" rIns="96925" wrap="square" tIns="9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44"/>
              <a:t>Rata de retenție</a:t>
            </a:r>
            <a:endParaRPr sz="2544"/>
          </a:p>
        </p:txBody>
      </p:sp>
      <p:sp>
        <p:nvSpPr>
          <p:cNvPr id="632" name="Google Shape;632;p42"/>
          <p:cNvSpPr txBox="1"/>
          <p:nvPr>
            <p:ph idx="4" type="subTitle"/>
          </p:nvPr>
        </p:nvSpPr>
        <p:spPr>
          <a:xfrm>
            <a:off x="3420057" y="3616711"/>
            <a:ext cx="2304000" cy="897600"/>
          </a:xfrm>
          <a:prstGeom prst="rect">
            <a:avLst/>
          </a:prstGeom>
        </p:spPr>
        <p:txBody>
          <a:bodyPr anchorCtr="0" anchor="t" bIns="96925" lIns="96925" spcFirstLastPara="1" rIns="96925" wrap="square" tIns="9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84"/>
              <a:t>Raportează dezangajarea elevilor</a:t>
            </a:r>
            <a:endParaRPr sz="1484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4"/>
          </a:p>
        </p:txBody>
      </p:sp>
      <p:sp>
        <p:nvSpPr>
          <p:cNvPr id="633" name="Google Shape;633;p42"/>
          <p:cNvSpPr txBox="1"/>
          <p:nvPr>
            <p:ph idx="5" type="subTitle"/>
          </p:nvPr>
        </p:nvSpPr>
        <p:spPr>
          <a:xfrm>
            <a:off x="3420057" y="3158654"/>
            <a:ext cx="2304000" cy="466800"/>
          </a:xfrm>
          <a:prstGeom prst="rect">
            <a:avLst/>
          </a:prstGeom>
        </p:spPr>
        <p:txBody>
          <a:bodyPr anchorCtr="0" anchor="b" bIns="96925" lIns="96925" spcFirstLastPara="1" rIns="96925" wrap="square" tIns="9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44"/>
              <a:t>Din profesori</a:t>
            </a:r>
            <a:endParaRPr sz="2544"/>
          </a:p>
        </p:txBody>
      </p:sp>
      <p:sp>
        <p:nvSpPr>
          <p:cNvPr id="634" name="Google Shape;634;p42"/>
          <p:cNvSpPr txBox="1"/>
          <p:nvPr>
            <p:ph idx="7" type="subTitle"/>
          </p:nvPr>
        </p:nvSpPr>
        <p:spPr>
          <a:xfrm>
            <a:off x="6378815" y="3847686"/>
            <a:ext cx="2304000" cy="897600"/>
          </a:xfrm>
          <a:prstGeom prst="rect">
            <a:avLst/>
          </a:prstGeom>
        </p:spPr>
        <p:txBody>
          <a:bodyPr anchorCtr="0" anchor="t" bIns="96925" lIns="96925" spcFirstLastPara="1" rIns="96925" wrap="square" tIns="9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84"/>
              <a:t>Elevii au nevoie de interactivitate</a:t>
            </a:r>
            <a:endParaRPr sz="1484"/>
          </a:p>
        </p:txBody>
      </p:sp>
      <p:sp>
        <p:nvSpPr>
          <p:cNvPr id="635" name="Google Shape;635;p42"/>
          <p:cNvSpPr txBox="1"/>
          <p:nvPr>
            <p:ph idx="8" type="subTitle"/>
          </p:nvPr>
        </p:nvSpPr>
        <p:spPr>
          <a:xfrm>
            <a:off x="6378815" y="3389629"/>
            <a:ext cx="2304000" cy="466800"/>
          </a:xfrm>
          <a:prstGeom prst="rect">
            <a:avLst/>
          </a:prstGeom>
        </p:spPr>
        <p:txBody>
          <a:bodyPr anchorCtr="0" anchor="b" bIns="96925" lIns="96925" spcFirstLastPara="1" rIns="96925" wrap="square" tIns="9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44"/>
              <a:t>Sistemul educațional</a:t>
            </a:r>
            <a:endParaRPr sz="2544"/>
          </a:p>
        </p:txBody>
      </p:sp>
      <p:sp>
        <p:nvSpPr>
          <p:cNvPr id="636" name="Google Shape;636;p42"/>
          <p:cNvSpPr/>
          <p:nvPr/>
        </p:nvSpPr>
        <p:spPr>
          <a:xfrm>
            <a:off x="810175" y="1362475"/>
            <a:ext cx="1606200" cy="1606200"/>
          </a:xfrm>
          <a:prstGeom prst="donut">
            <a:avLst>
              <a:gd fmla="val 11930" name="adj"/>
            </a:avLst>
          </a:prstGeom>
          <a:noFill/>
          <a:ln cap="flat" cmpd="sng" w="22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200" lIns="106200" spcFirstLastPara="1" rIns="106200" wrap="square" tIns="10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6"/>
          </a:p>
        </p:txBody>
      </p:sp>
      <p:sp>
        <p:nvSpPr>
          <p:cNvPr id="637" name="Google Shape;637;p42"/>
          <p:cNvSpPr/>
          <p:nvPr/>
        </p:nvSpPr>
        <p:spPr>
          <a:xfrm>
            <a:off x="3768928" y="1362475"/>
            <a:ext cx="1606200" cy="1606200"/>
          </a:xfrm>
          <a:prstGeom prst="donut">
            <a:avLst>
              <a:gd fmla="val 11930" name="adj"/>
            </a:avLst>
          </a:prstGeom>
          <a:noFill/>
          <a:ln cap="flat" cmpd="sng" w="22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200" lIns="106200" spcFirstLastPara="1" rIns="106200" wrap="square" tIns="10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2"/>
          <p:cNvSpPr/>
          <p:nvPr/>
        </p:nvSpPr>
        <p:spPr>
          <a:xfrm>
            <a:off x="6727682" y="1362475"/>
            <a:ext cx="1606200" cy="1606200"/>
          </a:xfrm>
          <a:prstGeom prst="donut">
            <a:avLst>
              <a:gd fmla="val 11930" name="adj"/>
            </a:avLst>
          </a:prstGeom>
          <a:noFill/>
          <a:ln cap="flat" cmpd="sng" w="22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200" lIns="106200" spcFirstLastPara="1" rIns="106200" wrap="square" tIns="10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2"/>
          <p:cNvSpPr txBox="1"/>
          <p:nvPr>
            <p:ph idx="9"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Criza în educație</a:t>
            </a:r>
            <a:endParaRPr/>
          </a:p>
        </p:txBody>
      </p:sp>
      <p:sp>
        <p:nvSpPr>
          <p:cNvPr id="640" name="Google Shape;640;p42"/>
          <p:cNvSpPr txBox="1"/>
          <p:nvPr>
            <p:ph idx="3" type="title"/>
          </p:nvPr>
        </p:nvSpPr>
        <p:spPr>
          <a:xfrm>
            <a:off x="3987649" y="1929245"/>
            <a:ext cx="1168500" cy="472800"/>
          </a:xfrm>
          <a:prstGeom prst="rect">
            <a:avLst/>
          </a:prstGeom>
        </p:spPr>
        <p:txBody>
          <a:bodyPr anchorCtr="0" anchor="ctr" bIns="106200" lIns="106200" spcFirstLastPara="1" rIns="106200" wrap="square" tIns="106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70</a:t>
            </a:r>
            <a:r>
              <a:rPr lang="en"/>
              <a:t>%</a:t>
            </a:r>
            <a:endParaRPr/>
          </a:p>
        </p:txBody>
      </p:sp>
      <p:sp>
        <p:nvSpPr>
          <p:cNvPr id="641" name="Google Shape;641;p42"/>
          <p:cNvSpPr txBox="1"/>
          <p:nvPr>
            <p:ph idx="6" type="title"/>
          </p:nvPr>
        </p:nvSpPr>
        <p:spPr>
          <a:xfrm>
            <a:off x="6943701" y="1929245"/>
            <a:ext cx="1168500" cy="472800"/>
          </a:xfrm>
          <a:prstGeom prst="rect">
            <a:avLst/>
          </a:prstGeom>
        </p:spPr>
        <p:txBody>
          <a:bodyPr anchorCtr="0" anchor="ctr" bIns="106200" lIns="106200" spcFirstLastPara="1" rIns="106200" wrap="square" tIns="106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Sec.</a:t>
            </a:r>
            <a:r>
              <a:rPr lang="en" sz="3485"/>
              <a:t> </a:t>
            </a:r>
            <a:r>
              <a:rPr lang="en"/>
              <a:t>XX</a:t>
            </a:r>
            <a:endParaRPr/>
          </a:p>
        </p:txBody>
      </p:sp>
      <p:sp>
        <p:nvSpPr>
          <p:cNvPr id="642" name="Google Shape;642;p42"/>
          <p:cNvSpPr txBox="1"/>
          <p:nvPr>
            <p:ph type="title"/>
          </p:nvPr>
        </p:nvSpPr>
        <p:spPr>
          <a:xfrm>
            <a:off x="883424" y="1929250"/>
            <a:ext cx="1459500" cy="472800"/>
          </a:xfrm>
          <a:prstGeom prst="rect">
            <a:avLst/>
          </a:prstGeom>
        </p:spPr>
        <p:txBody>
          <a:bodyPr anchorCtr="0" anchor="ctr" bIns="106200" lIns="106200" spcFirstLastPara="1" rIns="106200" wrap="square" tIns="106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</a:t>
            </a:r>
            <a:r>
              <a:rPr lang="en"/>
              <a:t>10</a:t>
            </a:r>
            <a:r>
              <a:rPr lang="en"/>
              <a:t>%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3"/>
          <p:cNvSpPr txBox="1"/>
          <p:nvPr>
            <p:ph type="title"/>
          </p:nvPr>
        </p:nvSpPr>
        <p:spPr>
          <a:xfrm>
            <a:off x="784440" y="1724150"/>
            <a:ext cx="3832200" cy="13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Soluția</a:t>
            </a:r>
            <a:endParaRPr sz="5000"/>
          </a:p>
        </p:txBody>
      </p:sp>
      <p:sp>
        <p:nvSpPr>
          <p:cNvPr id="648" name="Google Shape;648;p43"/>
          <p:cNvSpPr txBox="1"/>
          <p:nvPr>
            <p:ph idx="2" type="title"/>
          </p:nvPr>
        </p:nvSpPr>
        <p:spPr>
          <a:xfrm>
            <a:off x="784440" y="1105838"/>
            <a:ext cx="1099200" cy="6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49" name="Google Shape;649;p43"/>
          <p:cNvSpPr txBox="1"/>
          <p:nvPr>
            <p:ph idx="1" type="subTitle"/>
          </p:nvPr>
        </p:nvSpPr>
        <p:spPr>
          <a:xfrm>
            <a:off x="784440" y="3065350"/>
            <a:ext cx="3832200" cy="10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</a:rPr>
              <a:t>Ask Jimmy</a:t>
            </a:r>
            <a:endParaRPr b="1" sz="3000">
              <a:solidFill>
                <a:schemeClr val="dk2"/>
              </a:solidFill>
            </a:endParaRPr>
          </a:p>
        </p:txBody>
      </p:sp>
      <p:pic>
        <p:nvPicPr>
          <p:cNvPr id="650" name="Google Shape;650;p43" title="22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1932" l="0" r="0" t="1922"/>
          <a:stretch/>
        </p:blipFill>
        <p:spPr>
          <a:xfrm>
            <a:off x="5007426" y="942328"/>
            <a:ext cx="3406500" cy="3258900"/>
          </a:xfrm>
          <a:prstGeom prst="ellipse">
            <a:avLst/>
          </a:prstGeom>
        </p:spPr>
      </p:pic>
      <p:sp>
        <p:nvSpPr>
          <p:cNvPr id="651" name="Google Shape;651;p43"/>
          <p:cNvSpPr/>
          <p:nvPr/>
        </p:nvSpPr>
        <p:spPr>
          <a:xfrm rot="6585736">
            <a:off x="5811215" y="2592952"/>
            <a:ext cx="3199928" cy="3150400"/>
          </a:xfrm>
          <a:custGeom>
            <a:rect b="b" l="l" r="r" t="t"/>
            <a:pathLst>
              <a:path extrusionOk="0" h="85068" w="116183">
                <a:moveTo>
                  <a:pt x="0" y="620"/>
                </a:moveTo>
                <a:cubicBezTo>
                  <a:pt x="13873" y="-2847"/>
                  <a:pt x="30423" y="9498"/>
                  <a:pt x="37114" y="22136"/>
                </a:cubicBezTo>
                <a:cubicBezTo>
                  <a:pt x="41392" y="30216"/>
                  <a:pt x="41051" y="42272"/>
                  <a:pt x="48948" y="46878"/>
                </a:cubicBezTo>
                <a:cubicBezTo>
                  <a:pt x="63258" y="55224"/>
                  <a:pt x="82179" y="50245"/>
                  <a:pt x="97895" y="55484"/>
                </a:cubicBezTo>
                <a:cubicBezTo>
                  <a:pt x="108893" y="59150"/>
                  <a:pt x="114745" y="73564"/>
                  <a:pt x="116183" y="85068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52" name="Google Shape;652;p43"/>
          <p:cNvSpPr/>
          <p:nvPr/>
        </p:nvSpPr>
        <p:spPr>
          <a:xfrm flipH="1" rot="-8100000">
            <a:off x="6123033" y="177186"/>
            <a:ext cx="5159026" cy="1334212"/>
          </a:xfrm>
          <a:custGeom>
            <a:rect b="b" l="l" r="r" t="t"/>
            <a:pathLst>
              <a:path extrusionOk="0" h="53369" w="206363">
                <a:moveTo>
                  <a:pt x="1968" y="53369"/>
                </a:moveTo>
                <a:cubicBezTo>
                  <a:pt x="-2136" y="41065"/>
                  <a:pt x="1228" y="26804"/>
                  <a:pt x="5733" y="14642"/>
                </a:cubicBezTo>
                <a:cubicBezTo>
                  <a:pt x="7667" y="9419"/>
                  <a:pt x="9416" y="1750"/>
                  <a:pt x="14877" y="657"/>
                </a:cubicBezTo>
                <a:cubicBezTo>
                  <a:pt x="39302" y="-4230"/>
                  <a:pt x="59893" y="27013"/>
                  <a:pt x="84802" y="27013"/>
                </a:cubicBezTo>
                <a:cubicBezTo>
                  <a:pt x="94825" y="27013"/>
                  <a:pt x="102803" y="18190"/>
                  <a:pt x="111696" y="13566"/>
                </a:cubicBezTo>
                <a:cubicBezTo>
                  <a:pt x="123707" y="7321"/>
                  <a:pt x="138196" y="2992"/>
                  <a:pt x="151499" y="5498"/>
                </a:cubicBezTo>
                <a:cubicBezTo>
                  <a:pt x="173396" y="9623"/>
                  <a:pt x="193145" y="25749"/>
                  <a:pt x="206363" y="4368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Ask Jimmy: Învățare Prin Descoperire</a:t>
            </a:r>
            <a:endParaRPr sz="3000"/>
          </a:p>
        </p:txBody>
      </p:sp>
      <p:sp>
        <p:nvSpPr>
          <p:cNvPr id="658" name="Google Shape;658;p44"/>
          <p:cNvSpPr txBox="1"/>
          <p:nvPr/>
        </p:nvSpPr>
        <p:spPr>
          <a:xfrm>
            <a:off x="5450699" y="1862300"/>
            <a:ext cx="2171100" cy="812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Elevii se alătură lobby-ului și încep să pună întrebări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59" name="Google Shape;659;p44"/>
          <p:cNvSpPr txBox="1"/>
          <p:nvPr/>
        </p:nvSpPr>
        <p:spPr>
          <a:xfrm>
            <a:off x="1111675" y="1862300"/>
            <a:ext cx="2293500" cy="812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Profesorul setează un Topic, Concept/Cuvant secret și un context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0" name="Google Shape;660;p44"/>
          <p:cNvSpPr txBox="1"/>
          <p:nvPr/>
        </p:nvSpPr>
        <p:spPr>
          <a:xfrm>
            <a:off x="1111675" y="3688700"/>
            <a:ext cx="2287500" cy="812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AI-ul (Jimmy) răspunde inteligent cu 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Da / Nu / Invalid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1" name="Google Shape;661;p44"/>
          <p:cNvSpPr txBox="1"/>
          <p:nvPr/>
        </p:nvSpPr>
        <p:spPr>
          <a:xfrm>
            <a:off x="5455583" y="3670969"/>
            <a:ext cx="2165100" cy="812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Elevii deduc răspunsul final din întrebările puse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2" name="Google Shape;662;p44"/>
          <p:cNvSpPr txBox="1"/>
          <p:nvPr/>
        </p:nvSpPr>
        <p:spPr>
          <a:xfrm>
            <a:off x="1117681" y="1377500"/>
            <a:ext cx="2293500" cy="484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Pasul </a:t>
            </a:r>
            <a:r>
              <a:rPr b="1" lang="en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1</a:t>
            </a:r>
            <a:endParaRPr b="1" sz="24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663" name="Google Shape;663;p44"/>
          <p:cNvSpPr txBox="1"/>
          <p:nvPr/>
        </p:nvSpPr>
        <p:spPr>
          <a:xfrm>
            <a:off x="5444825" y="1377500"/>
            <a:ext cx="2171100" cy="484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Pasul </a:t>
            </a:r>
            <a:r>
              <a:rPr b="1" lang="en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2</a:t>
            </a:r>
            <a:endParaRPr b="1" sz="24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664" name="Google Shape;664;p44"/>
          <p:cNvSpPr txBox="1"/>
          <p:nvPr/>
        </p:nvSpPr>
        <p:spPr>
          <a:xfrm>
            <a:off x="1117666" y="3203900"/>
            <a:ext cx="2287500" cy="484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Pasul </a:t>
            </a:r>
            <a:r>
              <a:rPr b="1" lang="en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3</a:t>
            </a:r>
            <a:endParaRPr b="1" sz="24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665" name="Google Shape;665;p44"/>
          <p:cNvSpPr txBox="1"/>
          <p:nvPr/>
        </p:nvSpPr>
        <p:spPr>
          <a:xfrm>
            <a:off x="5449725" y="3186169"/>
            <a:ext cx="2165100" cy="484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Pasul </a:t>
            </a:r>
            <a:r>
              <a:rPr b="1" lang="en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4</a:t>
            </a:r>
            <a:endParaRPr b="1" sz="24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cxnSp>
        <p:nvCxnSpPr>
          <p:cNvPr id="666" name="Google Shape;666;p44"/>
          <p:cNvCxnSpPr>
            <a:stCxn id="662" idx="3"/>
            <a:endCxn id="663" idx="1"/>
          </p:cNvCxnSpPr>
          <p:nvPr/>
        </p:nvCxnSpPr>
        <p:spPr>
          <a:xfrm>
            <a:off x="3411181" y="1619900"/>
            <a:ext cx="2033700" cy="6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7" name="Google Shape;667;p44"/>
          <p:cNvCxnSpPr>
            <a:stCxn id="658" idx="2"/>
            <a:endCxn id="664" idx="0"/>
          </p:cNvCxnSpPr>
          <p:nvPr/>
        </p:nvCxnSpPr>
        <p:spPr>
          <a:xfrm rot="5400000">
            <a:off x="4134299" y="801950"/>
            <a:ext cx="529200" cy="4274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8" name="Google Shape;668;p44"/>
          <p:cNvCxnSpPr>
            <a:stCxn id="664" idx="3"/>
            <a:endCxn id="665" idx="1"/>
          </p:cNvCxnSpPr>
          <p:nvPr/>
        </p:nvCxnSpPr>
        <p:spPr>
          <a:xfrm flipH="1" rot="10800000">
            <a:off x="3405166" y="3428600"/>
            <a:ext cx="2044500" cy="17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5"/>
          <p:cNvSpPr txBox="1"/>
          <p:nvPr>
            <p:ph type="title"/>
          </p:nvPr>
        </p:nvSpPr>
        <p:spPr>
          <a:xfrm>
            <a:off x="894350" y="1910410"/>
            <a:ext cx="7336200" cy="1242900"/>
          </a:xfrm>
          <a:prstGeom prst="rect">
            <a:avLst/>
          </a:prstGeom>
        </p:spPr>
        <p:txBody>
          <a:bodyPr anchorCtr="0" anchor="b" bIns="111025" lIns="111025" spcFirstLastPara="1" rIns="111025" wrap="square" tIns="111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71"/>
              <a:t>De ce noi?</a:t>
            </a:r>
            <a:endParaRPr sz="6071"/>
          </a:p>
        </p:txBody>
      </p:sp>
      <p:sp>
        <p:nvSpPr>
          <p:cNvPr id="674" name="Google Shape;674;p45"/>
          <p:cNvSpPr txBox="1"/>
          <p:nvPr>
            <p:ph idx="2" type="title"/>
          </p:nvPr>
        </p:nvSpPr>
        <p:spPr>
          <a:xfrm>
            <a:off x="3895044" y="1131000"/>
            <a:ext cx="1334700" cy="750900"/>
          </a:xfrm>
          <a:prstGeom prst="rect">
            <a:avLst/>
          </a:prstGeom>
        </p:spPr>
        <p:txBody>
          <a:bodyPr anchorCtr="0" anchor="ctr" bIns="111025" lIns="111025" spcFirstLastPara="1" rIns="111025" wrap="square" tIns="111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71"/>
              <a:t>04</a:t>
            </a:r>
            <a:endParaRPr sz="6071"/>
          </a:p>
        </p:txBody>
      </p:sp>
      <p:sp>
        <p:nvSpPr>
          <p:cNvPr id="675" name="Google Shape;675;p45"/>
          <p:cNvSpPr txBox="1"/>
          <p:nvPr>
            <p:ph idx="1" type="subTitle"/>
          </p:nvPr>
        </p:nvSpPr>
        <p:spPr>
          <a:xfrm>
            <a:off x="1002420" y="3153336"/>
            <a:ext cx="7336200" cy="872100"/>
          </a:xfrm>
          <a:prstGeom prst="rect">
            <a:avLst/>
          </a:prstGeom>
        </p:spPr>
        <p:txBody>
          <a:bodyPr anchorCtr="0" anchor="t" bIns="111025" lIns="111025" spcFirstLastPara="1" rIns="111025" wrap="square" tIns="111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85"/>
              <a:t>Ce ne face diferiți…</a:t>
            </a:r>
            <a:endParaRPr sz="2185"/>
          </a:p>
        </p:txBody>
      </p:sp>
      <p:grpSp>
        <p:nvGrpSpPr>
          <p:cNvPr id="676" name="Google Shape;676;p45"/>
          <p:cNvGrpSpPr/>
          <p:nvPr/>
        </p:nvGrpSpPr>
        <p:grpSpPr>
          <a:xfrm rot="-1792496">
            <a:off x="620122" y="656574"/>
            <a:ext cx="1010733" cy="599690"/>
            <a:chOff x="1697200" y="2217150"/>
            <a:chExt cx="1010750" cy="599700"/>
          </a:xfrm>
        </p:grpSpPr>
        <p:sp>
          <p:nvSpPr>
            <p:cNvPr id="677" name="Google Shape;677;p45"/>
            <p:cNvSpPr/>
            <p:nvPr/>
          </p:nvSpPr>
          <p:spPr>
            <a:xfrm>
              <a:off x="1697200" y="2450925"/>
              <a:ext cx="83800" cy="60550"/>
            </a:xfrm>
            <a:custGeom>
              <a:rect b="b" l="l" r="r" t="t"/>
              <a:pathLst>
                <a:path extrusionOk="0" h="2422" w="3352">
                  <a:moveTo>
                    <a:pt x="1364" y="0"/>
                  </a:moveTo>
                  <a:cubicBezTo>
                    <a:pt x="1077" y="0"/>
                    <a:pt x="790" y="102"/>
                    <a:pt x="549" y="342"/>
                  </a:cubicBezTo>
                  <a:cubicBezTo>
                    <a:pt x="1" y="891"/>
                    <a:pt x="829" y="2421"/>
                    <a:pt x="1767" y="2421"/>
                  </a:cubicBezTo>
                  <a:cubicBezTo>
                    <a:pt x="2000" y="2421"/>
                    <a:pt x="2240" y="2327"/>
                    <a:pt x="2466" y="2100"/>
                  </a:cubicBezTo>
                  <a:cubicBezTo>
                    <a:pt x="3352" y="1215"/>
                    <a:pt x="2356" y="0"/>
                    <a:pt x="1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5"/>
            <p:cNvSpPr/>
            <p:nvPr/>
          </p:nvSpPr>
          <p:spPr>
            <a:xfrm>
              <a:off x="1904925" y="2236350"/>
              <a:ext cx="78200" cy="64875"/>
            </a:xfrm>
            <a:custGeom>
              <a:rect b="b" l="l" r="r" t="t"/>
              <a:pathLst>
                <a:path extrusionOk="0" h="2595" w="3128">
                  <a:moveTo>
                    <a:pt x="1533" y="0"/>
                  </a:moveTo>
                  <a:cubicBezTo>
                    <a:pt x="762" y="0"/>
                    <a:pt x="1" y="423"/>
                    <a:pt x="1" y="1302"/>
                  </a:cubicBezTo>
                  <a:cubicBezTo>
                    <a:pt x="1" y="2177"/>
                    <a:pt x="757" y="2595"/>
                    <a:pt x="1525" y="2595"/>
                  </a:cubicBezTo>
                  <a:cubicBezTo>
                    <a:pt x="2320" y="2595"/>
                    <a:pt x="3128" y="2149"/>
                    <a:pt x="3128" y="1302"/>
                  </a:cubicBezTo>
                  <a:cubicBezTo>
                    <a:pt x="3128" y="446"/>
                    <a:pt x="2325" y="0"/>
                    <a:pt x="1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45"/>
            <p:cNvSpPr/>
            <p:nvPr/>
          </p:nvSpPr>
          <p:spPr>
            <a:xfrm>
              <a:off x="2323225" y="2217150"/>
              <a:ext cx="77525" cy="51650"/>
            </a:xfrm>
            <a:custGeom>
              <a:rect b="b" l="l" r="r" t="t"/>
              <a:pathLst>
                <a:path extrusionOk="0" h="2066" w="3101">
                  <a:moveTo>
                    <a:pt x="1207" y="1"/>
                  </a:moveTo>
                  <a:cubicBezTo>
                    <a:pt x="549" y="1"/>
                    <a:pt x="1" y="399"/>
                    <a:pt x="228" y="1362"/>
                  </a:cubicBezTo>
                  <a:cubicBezTo>
                    <a:pt x="355" y="1872"/>
                    <a:pt x="704" y="2065"/>
                    <a:pt x="1101" y="2065"/>
                  </a:cubicBezTo>
                  <a:cubicBezTo>
                    <a:pt x="1983" y="2065"/>
                    <a:pt x="3100" y="1107"/>
                    <a:pt x="2533" y="540"/>
                  </a:cubicBezTo>
                  <a:cubicBezTo>
                    <a:pt x="2193" y="200"/>
                    <a:pt x="1672" y="1"/>
                    <a:pt x="12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45"/>
            <p:cNvSpPr/>
            <p:nvPr/>
          </p:nvSpPr>
          <p:spPr>
            <a:xfrm>
              <a:off x="2469800" y="2458975"/>
              <a:ext cx="99950" cy="76425"/>
            </a:xfrm>
            <a:custGeom>
              <a:rect b="b" l="l" r="r" t="t"/>
              <a:pathLst>
                <a:path extrusionOk="0" h="3057" w="3998">
                  <a:moveTo>
                    <a:pt x="1752" y="0"/>
                  </a:moveTo>
                  <a:cubicBezTo>
                    <a:pt x="1102" y="0"/>
                    <a:pt x="515" y="316"/>
                    <a:pt x="322" y="1070"/>
                  </a:cubicBezTo>
                  <a:cubicBezTo>
                    <a:pt x="1" y="2342"/>
                    <a:pt x="1321" y="3057"/>
                    <a:pt x="2468" y="3057"/>
                  </a:cubicBezTo>
                  <a:cubicBezTo>
                    <a:pt x="3276" y="3057"/>
                    <a:pt x="3997" y="2702"/>
                    <a:pt x="3997" y="1938"/>
                  </a:cubicBezTo>
                  <a:cubicBezTo>
                    <a:pt x="3997" y="813"/>
                    <a:pt x="2794" y="0"/>
                    <a:pt x="17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45"/>
            <p:cNvSpPr/>
            <p:nvPr/>
          </p:nvSpPr>
          <p:spPr>
            <a:xfrm>
              <a:off x="2028750" y="2497125"/>
              <a:ext cx="67950" cy="49675"/>
            </a:xfrm>
            <a:custGeom>
              <a:rect b="b" l="l" r="r" t="t"/>
              <a:pathLst>
                <a:path extrusionOk="0" h="1987" w="2718">
                  <a:moveTo>
                    <a:pt x="1395" y="1"/>
                  </a:moveTo>
                  <a:cubicBezTo>
                    <a:pt x="704" y="1"/>
                    <a:pt x="1" y="332"/>
                    <a:pt x="1" y="960"/>
                  </a:cubicBezTo>
                  <a:cubicBezTo>
                    <a:pt x="1" y="1655"/>
                    <a:pt x="657" y="1987"/>
                    <a:pt x="1325" y="1987"/>
                  </a:cubicBezTo>
                  <a:cubicBezTo>
                    <a:pt x="2015" y="1987"/>
                    <a:pt x="2717" y="1632"/>
                    <a:pt x="2717" y="960"/>
                  </a:cubicBezTo>
                  <a:cubicBezTo>
                    <a:pt x="2717" y="309"/>
                    <a:pt x="2062" y="1"/>
                    <a:pt x="1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5"/>
            <p:cNvSpPr/>
            <p:nvPr/>
          </p:nvSpPr>
          <p:spPr>
            <a:xfrm>
              <a:off x="2300100" y="2667225"/>
              <a:ext cx="113125" cy="70125"/>
            </a:xfrm>
            <a:custGeom>
              <a:rect b="b" l="l" r="r" t="t"/>
              <a:pathLst>
                <a:path extrusionOk="0" h="2805" w="4525">
                  <a:moveTo>
                    <a:pt x="2027" y="1"/>
                  </a:moveTo>
                  <a:cubicBezTo>
                    <a:pt x="1843" y="1"/>
                    <a:pt x="1663" y="29"/>
                    <a:pt x="1495" y="90"/>
                  </a:cubicBezTo>
                  <a:cubicBezTo>
                    <a:pt x="0" y="613"/>
                    <a:pt x="1214" y="2805"/>
                    <a:pt x="2479" y="2805"/>
                  </a:cubicBezTo>
                  <a:cubicBezTo>
                    <a:pt x="2759" y="2805"/>
                    <a:pt x="3042" y="2697"/>
                    <a:pt x="3299" y="2441"/>
                  </a:cubicBezTo>
                  <a:cubicBezTo>
                    <a:pt x="4525" y="1195"/>
                    <a:pt x="3215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5"/>
            <p:cNvSpPr/>
            <p:nvPr/>
          </p:nvSpPr>
          <p:spPr>
            <a:xfrm>
              <a:off x="2627025" y="2761725"/>
              <a:ext cx="80925" cy="55125"/>
            </a:xfrm>
            <a:custGeom>
              <a:rect b="b" l="l" r="r" t="t"/>
              <a:pathLst>
                <a:path extrusionOk="0" h="2205" w="3237">
                  <a:moveTo>
                    <a:pt x="1801" y="1"/>
                  </a:moveTo>
                  <a:cubicBezTo>
                    <a:pt x="1646" y="1"/>
                    <a:pt x="1475" y="31"/>
                    <a:pt x="1292" y="99"/>
                  </a:cubicBezTo>
                  <a:cubicBezTo>
                    <a:pt x="1" y="556"/>
                    <a:pt x="403" y="2205"/>
                    <a:pt x="1462" y="2205"/>
                  </a:cubicBezTo>
                  <a:cubicBezTo>
                    <a:pt x="1620" y="2205"/>
                    <a:pt x="1793" y="2168"/>
                    <a:pt x="1977" y="2085"/>
                  </a:cubicBezTo>
                  <a:cubicBezTo>
                    <a:pt x="3237" y="1525"/>
                    <a:pt x="2902" y="1"/>
                    <a:pt x="1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6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 ce ne diferențiem?</a:t>
            </a:r>
            <a:endParaRPr/>
          </a:p>
        </p:txBody>
      </p:sp>
      <p:pic>
        <p:nvPicPr>
          <p:cNvPr id="689" name="Google Shape;689;p46" title="01.jpg"/>
          <p:cNvPicPr preferRelativeResize="0"/>
          <p:nvPr/>
        </p:nvPicPr>
        <p:blipFill rotWithShape="1">
          <a:blip r:embed="rId3">
            <a:alphaModFix/>
          </a:blip>
          <a:srcRect b="2789" l="7690" r="211" t="0"/>
          <a:stretch/>
        </p:blipFill>
        <p:spPr>
          <a:xfrm>
            <a:off x="3093537" y="1293950"/>
            <a:ext cx="2836200" cy="2979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0" name="Google Shape;690;p46"/>
          <p:cNvSpPr txBox="1"/>
          <p:nvPr/>
        </p:nvSpPr>
        <p:spPr>
          <a:xfrm>
            <a:off x="580400" y="1260325"/>
            <a:ext cx="1725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Alimentat de AI &amp; Conștient de Context</a:t>
            </a:r>
            <a:endParaRPr b="1" sz="20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691" name="Google Shape;691;p46"/>
          <p:cNvSpPr txBox="1"/>
          <p:nvPr/>
        </p:nvSpPr>
        <p:spPr>
          <a:xfrm>
            <a:off x="6863700" y="1349175"/>
            <a:ext cx="1826400" cy="79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Ușor de folosit</a:t>
            </a:r>
            <a:endParaRPr b="1" sz="20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692" name="Google Shape;692;p46"/>
          <p:cNvSpPr txBox="1"/>
          <p:nvPr/>
        </p:nvSpPr>
        <p:spPr>
          <a:xfrm>
            <a:off x="616850" y="3314500"/>
            <a:ext cx="1652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Gamificare Autentică</a:t>
            </a:r>
            <a:endParaRPr b="1" sz="20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693" name="Google Shape;693;p46"/>
          <p:cNvSpPr txBox="1"/>
          <p:nvPr/>
        </p:nvSpPr>
        <p:spPr>
          <a:xfrm>
            <a:off x="6889350" y="3003400"/>
            <a:ext cx="1775100" cy="79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Aplicabilitate universală</a:t>
            </a:r>
            <a:endParaRPr b="1" sz="20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694" name="Google Shape;694;p46"/>
          <p:cNvSpPr/>
          <p:nvPr/>
        </p:nvSpPr>
        <p:spPr>
          <a:xfrm>
            <a:off x="3973763" y="2329775"/>
            <a:ext cx="342600" cy="3426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46"/>
          <p:cNvSpPr/>
          <p:nvPr/>
        </p:nvSpPr>
        <p:spPr>
          <a:xfrm>
            <a:off x="3355188" y="2816350"/>
            <a:ext cx="342600" cy="3426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46"/>
          <p:cNvSpPr/>
          <p:nvPr/>
        </p:nvSpPr>
        <p:spPr>
          <a:xfrm>
            <a:off x="4442991" y="1973728"/>
            <a:ext cx="342600" cy="3426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46"/>
          <p:cNvSpPr/>
          <p:nvPr/>
        </p:nvSpPr>
        <p:spPr>
          <a:xfrm>
            <a:off x="5411188" y="2654925"/>
            <a:ext cx="342600" cy="3426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8" name="Google Shape;698;p46"/>
          <p:cNvCxnSpPr>
            <a:stCxn id="690" idx="3"/>
            <a:endCxn id="694" idx="2"/>
          </p:cNvCxnSpPr>
          <p:nvPr/>
        </p:nvCxnSpPr>
        <p:spPr>
          <a:xfrm>
            <a:off x="2305400" y="1946125"/>
            <a:ext cx="1668300" cy="5550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9" name="Google Shape;699;p46"/>
          <p:cNvCxnSpPr>
            <a:stCxn id="692" idx="3"/>
            <a:endCxn id="695" idx="2"/>
          </p:cNvCxnSpPr>
          <p:nvPr/>
        </p:nvCxnSpPr>
        <p:spPr>
          <a:xfrm flipH="1" rot="10800000">
            <a:off x="2268950" y="2987800"/>
            <a:ext cx="1086300" cy="569100"/>
          </a:xfrm>
          <a:prstGeom prst="curvedConnector3">
            <a:avLst>
              <a:gd fmla="val 49997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0" name="Google Shape;700;p46"/>
          <p:cNvCxnSpPr>
            <a:stCxn id="696" idx="6"/>
            <a:endCxn id="691" idx="1"/>
          </p:cNvCxnSpPr>
          <p:nvPr/>
        </p:nvCxnSpPr>
        <p:spPr>
          <a:xfrm flipH="1" rot="10800000">
            <a:off x="4785591" y="1747228"/>
            <a:ext cx="2078100" cy="3978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01" name="Google Shape;701;p46"/>
          <p:cNvCxnSpPr>
            <a:stCxn id="697" idx="6"/>
            <a:endCxn id="693" idx="1"/>
          </p:cNvCxnSpPr>
          <p:nvPr/>
        </p:nvCxnSpPr>
        <p:spPr>
          <a:xfrm>
            <a:off x="5753788" y="2826225"/>
            <a:ext cx="1135500" cy="5751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7"/>
          <p:cNvSpPr txBox="1"/>
          <p:nvPr>
            <p:ph type="title"/>
          </p:nvPr>
        </p:nvSpPr>
        <p:spPr>
          <a:xfrm>
            <a:off x="4302075" y="1897875"/>
            <a:ext cx="4416300" cy="220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Validare pe piață </a:t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&amp; Oportunitate</a:t>
            </a:r>
            <a:endParaRPr sz="4500"/>
          </a:p>
        </p:txBody>
      </p:sp>
      <p:sp>
        <p:nvSpPr>
          <p:cNvPr id="707" name="Google Shape;707;p47"/>
          <p:cNvSpPr txBox="1"/>
          <p:nvPr>
            <p:ph idx="2" type="title"/>
          </p:nvPr>
        </p:nvSpPr>
        <p:spPr>
          <a:xfrm>
            <a:off x="4302075" y="982275"/>
            <a:ext cx="1099200" cy="6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708" name="Google Shape;708;p47"/>
          <p:cNvGrpSpPr/>
          <p:nvPr/>
        </p:nvGrpSpPr>
        <p:grpSpPr>
          <a:xfrm>
            <a:off x="4598809" y="4491971"/>
            <a:ext cx="774625" cy="407800"/>
            <a:chOff x="1663300" y="3302675"/>
            <a:chExt cx="774625" cy="407800"/>
          </a:xfrm>
        </p:grpSpPr>
        <p:sp>
          <p:nvSpPr>
            <p:cNvPr id="709" name="Google Shape;709;p47"/>
            <p:cNvSpPr/>
            <p:nvPr/>
          </p:nvSpPr>
          <p:spPr>
            <a:xfrm>
              <a:off x="1934250" y="3617850"/>
              <a:ext cx="121350" cy="92625"/>
            </a:xfrm>
            <a:custGeom>
              <a:rect b="b" l="l" r="r" t="t"/>
              <a:pathLst>
                <a:path extrusionOk="0" h="3705" w="4854">
                  <a:moveTo>
                    <a:pt x="2119" y="1"/>
                  </a:moveTo>
                  <a:cubicBezTo>
                    <a:pt x="1335" y="1"/>
                    <a:pt x="630" y="379"/>
                    <a:pt x="403" y="1279"/>
                  </a:cubicBezTo>
                  <a:cubicBezTo>
                    <a:pt x="0" y="2834"/>
                    <a:pt x="1606" y="3704"/>
                    <a:pt x="3000" y="3704"/>
                  </a:cubicBezTo>
                  <a:cubicBezTo>
                    <a:pt x="3979" y="3704"/>
                    <a:pt x="4854" y="3275"/>
                    <a:pt x="4854" y="2352"/>
                  </a:cubicBezTo>
                  <a:cubicBezTo>
                    <a:pt x="4854" y="985"/>
                    <a:pt x="3384" y="1"/>
                    <a:pt x="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47"/>
            <p:cNvSpPr/>
            <p:nvPr/>
          </p:nvSpPr>
          <p:spPr>
            <a:xfrm>
              <a:off x="2355150" y="3576975"/>
              <a:ext cx="82775" cy="60375"/>
            </a:xfrm>
            <a:custGeom>
              <a:rect b="b" l="l" r="r" t="t"/>
              <a:pathLst>
                <a:path extrusionOk="0" h="2415" w="3311">
                  <a:moveTo>
                    <a:pt x="1702" y="0"/>
                  </a:moveTo>
                  <a:cubicBezTo>
                    <a:pt x="859" y="0"/>
                    <a:pt x="1" y="401"/>
                    <a:pt x="1" y="1156"/>
                  </a:cubicBezTo>
                  <a:cubicBezTo>
                    <a:pt x="1" y="2009"/>
                    <a:pt x="800" y="2415"/>
                    <a:pt x="1614" y="2415"/>
                  </a:cubicBezTo>
                  <a:cubicBezTo>
                    <a:pt x="2455" y="2415"/>
                    <a:pt x="3311" y="1980"/>
                    <a:pt x="3311" y="1156"/>
                  </a:cubicBezTo>
                  <a:cubicBezTo>
                    <a:pt x="3311" y="372"/>
                    <a:pt x="2513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47"/>
            <p:cNvSpPr/>
            <p:nvPr/>
          </p:nvSpPr>
          <p:spPr>
            <a:xfrm>
              <a:off x="1663300" y="3302675"/>
              <a:ext cx="208200" cy="122350"/>
            </a:xfrm>
            <a:custGeom>
              <a:rect b="b" l="l" r="r" t="t"/>
              <a:pathLst>
                <a:path extrusionOk="0" h="4894" w="8328">
                  <a:moveTo>
                    <a:pt x="3979" y="1"/>
                  </a:moveTo>
                  <a:cubicBezTo>
                    <a:pt x="2384" y="1"/>
                    <a:pt x="774" y="876"/>
                    <a:pt x="216" y="3318"/>
                  </a:cubicBezTo>
                  <a:cubicBezTo>
                    <a:pt x="1" y="4275"/>
                    <a:pt x="1756" y="4894"/>
                    <a:pt x="3635" y="4894"/>
                  </a:cubicBezTo>
                  <a:cubicBezTo>
                    <a:pt x="5340" y="4894"/>
                    <a:pt x="7148" y="4385"/>
                    <a:pt x="7680" y="3158"/>
                  </a:cubicBezTo>
                  <a:cubicBezTo>
                    <a:pt x="8327" y="1652"/>
                    <a:pt x="616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2" name="Google Shape;712;p47"/>
          <p:cNvSpPr/>
          <p:nvPr/>
        </p:nvSpPr>
        <p:spPr>
          <a:xfrm>
            <a:off x="-1622962" y="-1583385"/>
            <a:ext cx="3765175" cy="3820400"/>
          </a:xfrm>
          <a:custGeom>
            <a:rect b="b" l="l" r="r" t="t"/>
            <a:pathLst>
              <a:path extrusionOk="0" h="152816" w="150607">
                <a:moveTo>
                  <a:pt x="150607" y="595"/>
                </a:moveTo>
                <a:cubicBezTo>
                  <a:pt x="146842" y="595"/>
                  <a:pt x="142884" y="-596"/>
                  <a:pt x="139312" y="595"/>
                </a:cubicBezTo>
                <a:cubicBezTo>
                  <a:pt x="127406" y="4565"/>
                  <a:pt x="119502" y="18478"/>
                  <a:pt x="116721" y="30717"/>
                </a:cubicBezTo>
                <a:cubicBezTo>
                  <a:pt x="114035" y="42536"/>
                  <a:pt x="120699" y="54665"/>
                  <a:pt x="121561" y="66755"/>
                </a:cubicBezTo>
                <a:cubicBezTo>
                  <a:pt x="122324" y="77451"/>
                  <a:pt x="118089" y="89542"/>
                  <a:pt x="110266" y="96876"/>
                </a:cubicBezTo>
                <a:cubicBezTo>
                  <a:pt x="96489" y="109791"/>
                  <a:pt x="73381" y="105007"/>
                  <a:pt x="54864" y="108710"/>
                </a:cubicBezTo>
                <a:cubicBezTo>
                  <a:pt x="43076" y="111068"/>
                  <a:pt x="29697" y="111797"/>
                  <a:pt x="20440" y="119467"/>
                </a:cubicBezTo>
                <a:cubicBezTo>
                  <a:pt x="10400" y="127786"/>
                  <a:pt x="1440" y="139858"/>
                  <a:pt x="0" y="15281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713" name="Google Shape;713;p47" title="statistics-blocks-up-down-animation(200)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475" y="1243850"/>
            <a:ext cx="2860525" cy="286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8"/>
          <p:cNvSpPr txBox="1"/>
          <p:nvPr>
            <p:ph type="title"/>
          </p:nvPr>
        </p:nvSpPr>
        <p:spPr>
          <a:xfrm>
            <a:off x="719939" y="207650"/>
            <a:ext cx="671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Validare pe piață</a:t>
            </a:r>
            <a:endParaRPr/>
          </a:p>
        </p:txBody>
      </p:sp>
      <p:graphicFrame>
        <p:nvGraphicFramePr>
          <p:cNvPr id="719" name="Google Shape;719;p48"/>
          <p:cNvGraphicFramePr/>
          <p:nvPr/>
        </p:nvGraphicFramePr>
        <p:xfrm>
          <a:off x="719938" y="1181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{5F4DE40A-2C0D-45B6-B8E3-632EBC0F233F}</a:tableStyleId>
              </a:tblPr>
              <a:tblGrid>
                <a:gridCol w="3771025"/>
                <a:gridCol w="2069900"/>
                <a:gridCol w="1863050"/>
              </a:tblGrid>
              <a:tr h="48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Rezultate Sondaj (1-5)</a:t>
                      </a:r>
                      <a:endParaRPr b="1" sz="2000">
                        <a:solidFill>
                          <a:schemeClr val="accen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Media</a:t>
                      </a:r>
                      <a:endParaRPr b="1" sz="150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Mediana</a:t>
                      </a:r>
                      <a:endParaRPr b="1" sz="150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Folositor pentru un profesor de gimnaziu</a:t>
                      </a:r>
                      <a:endParaRPr b="1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4.54</a:t>
                      </a:r>
                      <a:endParaRPr sz="16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Folositor pentru un profesor de liceu</a:t>
                      </a:r>
                      <a:endParaRPr b="1" sz="200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4.46</a:t>
                      </a:r>
                      <a:endParaRPr sz="16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Folositor pentru un profesor de facultate</a:t>
                      </a:r>
                      <a:endParaRPr b="1" sz="200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3.78</a:t>
                      </a:r>
                      <a:endParaRPr sz="16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Testare proprie - domeniul educației</a:t>
                      </a:r>
                      <a:endParaRPr b="1" sz="200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3.92</a:t>
                      </a:r>
                      <a:endParaRPr sz="16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Testare proprie - orice domeniu</a:t>
                      </a:r>
                      <a:endParaRPr b="1" sz="200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3.77</a:t>
                      </a:r>
                      <a:endParaRPr sz="16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Preferință față de metodele tradiționale</a:t>
                      </a:r>
                      <a:endParaRPr b="1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3.77</a:t>
                      </a:r>
                      <a:endParaRPr sz="16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9"/>
          <p:cNvSpPr txBox="1"/>
          <p:nvPr>
            <p:ph idx="1" type="subTitle"/>
          </p:nvPr>
        </p:nvSpPr>
        <p:spPr>
          <a:xfrm>
            <a:off x="490678" y="1704139"/>
            <a:ext cx="3684000" cy="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Piața EdTech evaluată în </a:t>
            </a:r>
            <a:r>
              <a:rPr b="1" lang="en"/>
              <a:t>2023</a:t>
            </a:r>
            <a:endParaRPr b="1"/>
          </a:p>
        </p:txBody>
      </p:sp>
      <p:sp>
        <p:nvSpPr>
          <p:cNvPr id="725" name="Google Shape;725;p49"/>
          <p:cNvSpPr txBox="1"/>
          <p:nvPr>
            <p:ph type="title"/>
          </p:nvPr>
        </p:nvSpPr>
        <p:spPr>
          <a:xfrm>
            <a:off x="490678" y="1073810"/>
            <a:ext cx="36840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$146 mld</a:t>
            </a:r>
            <a:endParaRPr sz="3200"/>
          </a:p>
        </p:txBody>
      </p:sp>
      <p:sp>
        <p:nvSpPr>
          <p:cNvPr id="726" name="Google Shape;726;p49"/>
          <p:cNvSpPr txBox="1"/>
          <p:nvPr>
            <p:ph idx="2" type="title"/>
          </p:nvPr>
        </p:nvSpPr>
        <p:spPr>
          <a:xfrm>
            <a:off x="490678" y="2104241"/>
            <a:ext cx="36840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$549,6 mld</a:t>
            </a:r>
            <a:endParaRPr sz="3200"/>
          </a:p>
        </p:txBody>
      </p:sp>
      <p:sp>
        <p:nvSpPr>
          <p:cNvPr id="727" name="Google Shape;727;p49"/>
          <p:cNvSpPr txBox="1"/>
          <p:nvPr>
            <p:ph idx="3" type="subTitle"/>
          </p:nvPr>
        </p:nvSpPr>
        <p:spPr>
          <a:xfrm>
            <a:off x="490678" y="2736180"/>
            <a:ext cx="3684000" cy="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Estimatul creșterii pieței EdTech până în </a:t>
            </a:r>
            <a:r>
              <a:rPr b="1" lang="en"/>
              <a:t>2033</a:t>
            </a:r>
            <a:endParaRPr b="1"/>
          </a:p>
        </p:txBody>
      </p:sp>
      <p:sp>
        <p:nvSpPr>
          <p:cNvPr id="728" name="Google Shape;728;p49"/>
          <p:cNvSpPr/>
          <p:nvPr/>
        </p:nvSpPr>
        <p:spPr>
          <a:xfrm rot="8573129">
            <a:off x="7816306" y="-1588021"/>
            <a:ext cx="3126927" cy="4410514"/>
          </a:xfrm>
          <a:custGeom>
            <a:rect b="b" l="l" r="r" t="t"/>
            <a:pathLst>
              <a:path extrusionOk="0" h="176426" w="99254">
                <a:moveTo>
                  <a:pt x="0" y="0"/>
                </a:moveTo>
                <a:cubicBezTo>
                  <a:pt x="0" y="13498"/>
                  <a:pt x="3633" y="28005"/>
                  <a:pt x="11833" y="38728"/>
                </a:cubicBezTo>
                <a:cubicBezTo>
                  <a:pt x="18855" y="47911"/>
                  <a:pt x="32820" y="48458"/>
                  <a:pt x="43569" y="52713"/>
                </a:cubicBezTo>
                <a:cubicBezTo>
                  <a:pt x="53465" y="56630"/>
                  <a:pt x="63303" y="62050"/>
                  <a:pt x="70463" y="69925"/>
                </a:cubicBezTo>
                <a:cubicBezTo>
                  <a:pt x="79694" y="80079"/>
                  <a:pt x="85525" y="95734"/>
                  <a:pt x="82834" y="109190"/>
                </a:cubicBezTo>
                <a:cubicBezTo>
                  <a:pt x="81341" y="116653"/>
                  <a:pt x="72493" y="125050"/>
                  <a:pt x="76917" y="131243"/>
                </a:cubicBezTo>
                <a:cubicBezTo>
                  <a:pt x="81231" y="137283"/>
                  <a:pt x="91203" y="138125"/>
                  <a:pt x="94667" y="144690"/>
                </a:cubicBezTo>
                <a:cubicBezTo>
                  <a:pt x="98230" y="151442"/>
                  <a:pt x="100530" y="159941"/>
                  <a:pt x="98433" y="167282"/>
                </a:cubicBezTo>
                <a:cubicBezTo>
                  <a:pt x="97316" y="171191"/>
                  <a:pt x="93616" y="173987"/>
                  <a:pt x="90364" y="17642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729" name="Google Shape;72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2525" y="1526633"/>
            <a:ext cx="4595549" cy="25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49"/>
          <p:cNvSpPr txBox="1"/>
          <p:nvPr>
            <p:ph type="title"/>
          </p:nvPr>
        </p:nvSpPr>
        <p:spPr>
          <a:xfrm>
            <a:off x="541927" y="334650"/>
            <a:ext cx="7845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</a:rPr>
              <a:t>Dimensiunea pieței - Oportunitate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731" name="Google Shape;731;p49"/>
          <p:cNvSpPr txBox="1"/>
          <p:nvPr>
            <p:ph idx="2" type="title"/>
          </p:nvPr>
        </p:nvSpPr>
        <p:spPr>
          <a:xfrm>
            <a:off x="500648" y="3291188"/>
            <a:ext cx="36840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~14-17%</a:t>
            </a:r>
            <a:endParaRPr sz="3200"/>
          </a:p>
        </p:txBody>
      </p:sp>
      <p:sp>
        <p:nvSpPr>
          <p:cNvPr id="732" name="Google Shape;732;p49"/>
          <p:cNvSpPr txBox="1"/>
          <p:nvPr>
            <p:ph idx="3" type="subTitle"/>
          </p:nvPr>
        </p:nvSpPr>
        <p:spPr>
          <a:xfrm>
            <a:off x="500648" y="3923127"/>
            <a:ext cx="3684000" cy="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Rată de creștere anuală compusă (CAGR)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0"/>
          <p:cNvSpPr txBox="1"/>
          <p:nvPr>
            <p:ph type="title"/>
          </p:nvPr>
        </p:nvSpPr>
        <p:spPr>
          <a:xfrm>
            <a:off x="991250" y="28813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Factori Cheie de Creștere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50"/>
          <p:cNvSpPr txBox="1"/>
          <p:nvPr/>
        </p:nvSpPr>
        <p:spPr>
          <a:xfrm flipH="1">
            <a:off x="6446775" y="1085725"/>
            <a:ext cx="20919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Cererea crescândă pentru învățare online și la distanță</a:t>
            </a:r>
            <a:endParaRPr b="1"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9" name="Google Shape;739;p50"/>
          <p:cNvSpPr txBox="1"/>
          <p:nvPr/>
        </p:nvSpPr>
        <p:spPr>
          <a:xfrm flipH="1">
            <a:off x="6446725" y="3005375"/>
            <a:ext cx="1934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Sectorul K-12</a:t>
            </a:r>
            <a:endParaRPr b="1"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0" name="Google Shape;740;p50"/>
          <p:cNvSpPr txBox="1"/>
          <p:nvPr/>
        </p:nvSpPr>
        <p:spPr>
          <a:xfrm flipH="1">
            <a:off x="6446825" y="2032050"/>
            <a:ext cx="25101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Disponibilitatea largă a smartphone-urilor și a accesului la internet</a:t>
            </a:r>
            <a:endParaRPr b="1"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1" name="Google Shape;741;p50"/>
          <p:cNvSpPr/>
          <p:nvPr/>
        </p:nvSpPr>
        <p:spPr>
          <a:xfrm>
            <a:off x="2810418" y="2391025"/>
            <a:ext cx="703800" cy="703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2" name="Google Shape;742;p50"/>
          <p:cNvCxnSpPr>
            <a:stCxn id="738" idx="3"/>
          </p:cNvCxnSpPr>
          <p:nvPr/>
        </p:nvCxnSpPr>
        <p:spPr>
          <a:xfrm flipH="1">
            <a:off x="5079075" y="1477075"/>
            <a:ext cx="1367700" cy="4803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3" name="Google Shape;743;p50"/>
          <p:cNvSpPr/>
          <p:nvPr/>
        </p:nvSpPr>
        <p:spPr>
          <a:xfrm>
            <a:off x="1035393" y="3052475"/>
            <a:ext cx="703800" cy="703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4" name="Google Shape;744;p50"/>
          <p:cNvCxnSpPr>
            <a:stCxn id="739" idx="3"/>
          </p:cNvCxnSpPr>
          <p:nvPr/>
        </p:nvCxnSpPr>
        <p:spPr>
          <a:xfrm rot="10800000">
            <a:off x="5067325" y="3124325"/>
            <a:ext cx="1379400" cy="582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5" name="Google Shape;745;p50"/>
          <p:cNvSpPr/>
          <p:nvPr/>
        </p:nvSpPr>
        <p:spPr>
          <a:xfrm>
            <a:off x="4491350" y="2821475"/>
            <a:ext cx="703800" cy="703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6" name="Google Shape;746;p50"/>
          <p:cNvCxnSpPr>
            <a:stCxn id="740" idx="3"/>
          </p:cNvCxnSpPr>
          <p:nvPr/>
        </p:nvCxnSpPr>
        <p:spPr>
          <a:xfrm flipH="1">
            <a:off x="5060825" y="2488800"/>
            <a:ext cx="1386000" cy="111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7" name="Google Shape;747;p50"/>
          <p:cNvSpPr txBox="1"/>
          <p:nvPr/>
        </p:nvSpPr>
        <p:spPr>
          <a:xfrm flipH="1">
            <a:off x="6489650" y="3514750"/>
            <a:ext cx="20919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Popularitatea soluțiilor de învățare personalizate</a:t>
            </a:r>
            <a:endParaRPr b="1"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748" name="Google Shape;748;p50"/>
          <p:cNvCxnSpPr>
            <a:stCxn id="747" idx="3"/>
          </p:cNvCxnSpPr>
          <p:nvPr/>
        </p:nvCxnSpPr>
        <p:spPr>
          <a:xfrm rot="10800000">
            <a:off x="5113850" y="3644950"/>
            <a:ext cx="1375800" cy="293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49" name="Google Shape;749;p50"/>
          <p:cNvPicPr preferRelativeResize="0"/>
          <p:nvPr/>
        </p:nvPicPr>
        <p:blipFill rotWithShape="1">
          <a:blip r:embed="rId3">
            <a:alphaModFix/>
          </a:blip>
          <a:srcRect b="0" l="2217" r="2217" t="0"/>
          <a:stretch/>
        </p:blipFill>
        <p:spPr>
          <a:xfrm>
            <a:off x="1170884" y="1619475"/>
            <a:ext cx="3722724" cy="2191076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50"/>
          <p:cNvSpPr/>
          <p:nvPr/>
        </p:nvSpPr>
        <p:spPr>
          <a:xfrm>
            <a:off x="1035409" y="1477075"/>
            <a:ext cx="3993681" cy="3154085"/>
          </a:xfrm>
          <a:custGeom>
            <a:rect b="b" l="l" r="r" t="t"/>
            <a:pathLst>
              <a:path extrusionOk="0" h="100673" w="131696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1" name="Google Shape;75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0900" y="1619475"/>
            <a:ext cx="3722701" cy="216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1"/>
          <p:cNvSpPr txBox="1"/>
          <p:nvPr>
            <p:ph type="title"/>
          </p:nvPr>
        </p:nvSpPr>
        <p:spPr>
          <a:xfrm>
            <a:off x="784440" y="1724150"/>
            <a:ext cx="3832200" cy="13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Monetizare</a:t>
            </a:r>
            <a:endParaRPr sz="5000"/>
          </a:p>
        </p:txBody>
      </p:sp>
      <p:sp>
        <p:nvSpPr>
          <p:cNvPr id="757" name="Google Shape;757;p51"/>
          <p:cNvSpPr txBox="1"/>
          <p:nvPr>
            <p:ph idx="2" type="title"/>
          </p:nvPr>
        </p:nvSpPr>
        <p:spPr>
          <a:xfrm>
            <a:off x="784440" y="1105838"/>
            <a:ext cx="1099200" cy="6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758" name="Google Shape;758;p51"/>
          <p:cNvSpPr txBox="1"/>
          <p:nvPr>
            <p:ph idx="1" type="subTitle"/>
          </p:nvPr>
        </p:nvSpPr>
        <p:spPr>
          <a:xfrm>
            <a:off x="784440" y="3065350"/>
            <a:ext cx="3832200" cy="10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dk2"/>
                </a:solidFill>
              </a:rPr>
              <a:t>&amp; Scalare</a:t>
            </a:r>
            <a:endParaRPr b="1" sz="5000">
              <a:solidFill>
                <a:schemeClr val="dk2"/>
              </a:solidFill>
            </a:endParaRPr>
          </a:p>
        </p:txBody>
      </p:sp>
      <p:sp>
        <p:nvSpPr>
          <p:cNvPr id="759" name="Google Shape;759;p51"/>
          <p:cNvSpPr/>
          <p:nvPr/>
        </p:nvSpPr>
        <p:spPr>
          <a:xfrm rot="6585736">
            <a:off x="5811215" y="2592952"/>
            <a:ext cx="3199928" cy="3150400"/>
          </a:xfrm>
          <a:custGeom>
            <a:rect b="b" l="l" r="r" t="t"/>
            <a:pathLst>
              <a:path extrusionOk="0" h="85068" w="116183">
                <a:moveTo>
                  <a:pt x="0" y="620"/>
                </a:moveTo>
                <a:cubicBezTo>
                  <a:pt x="13873" y="-2847"/>
                  <a:pt x="30423" y="9498"/>
                  <a:pt x="37114" y="22136"/>
                </a:cubicBezTo>
                <a:cubicBezTo>
                  <a:pt x="41392" y="30216"/>
                  <a:pt x="41051" y="42272"/>
                  <a:pt x="48948" y="46878"/>
                </a:cubicBezTo>
                <a:cubicBezTo>
                  <a:pt x="63258" y="55224"/>
                  <a:pt x="82179" y="50245"/>
                  <a:pt x="97895" y="55484"/>
                </a:cubicBezTo>
                <a:cubicBezTo>
                  <a:pt x="108893" y="59150"/>
                  <a:pt x="114745" y="73564"/>
                  <a:pt x="116183" y="85068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0" name="Google Shape;760;p51"/>
          <p:cNvSpPr/>
          <p:nvPr/>
        </p:nvSpPr>
        <p:spPr>
          <a:xfrm flipH="1" rot="-8100000">
            <a:off x="6123033" y="177186"/>
            <a:ext cx="5159026" cy="1334212"/>
          </a:xfrm>
          <a:custGeom>
            <a:rect b="b" l="l" r="r" t="t"/>
            <a:pathLst>
              <a:path extrusionOk="0" h="53369" w="206363">
                <a:moveTo>
                  <a:pt x="1968" y="53369"/>
                </a:moveTo>
                <a:cubicBezTo>
                  <a:pt x="-2136" y="41065"/>
                  <a:pt x="1228" y="26804"/>
                  <a:pt x="5733" y="14642"/>
                </a:cubicBezTo>
                <a:cubicBezTo>
                  <a:pt x="7667" y="9419"/>
                  <a:pt x="9416" y="1750"/>
                  <a:pt x="14877" y="657"/>
                </a:cubicBezTo>
                <a:cubicBezTo>
                  <a:pt x="39302" y="-4230"/>
                  <a:pt x="59893" y="27013"/>
                  <a:pt x="84802" y="27013"/>
                </a:cubicBezTo>
                <a:cubicBezTo>
                  <a:pt x="94825" y="27013"/>
                  <a:pt x="102803" y="18190"/>
                  <a:pt x="111696" y="13566"/>
                </a:cubicBezTo>
                <a:cubicBezTo>
                  <a:pt x="123707" y="7321"/>
                  <a:pt x="138196" y="2992"/>
                  <a:pt x="151499" y="5498"/>
                </a:cubicBezTo>
                <a:cubicBezTo>
                  <a:pt x="173396" y="9623"/>
                  <a:pt x="193145" y="25749"/>
                  <a:pt x="206363" y="43687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761" name="Google Shape;76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7847" y="1105850"/>
            <a:ext cx="3230925" cy="323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2"/>
          <p:cNvSpPr txBox="1"/>
          <p:nvPr>
            <p:ph idx="2" type="subTitle"/>
          </p:nvPr>
        </p:nvSpPr>
        <p:spPr>
          <a:xfrm>
            <a:off x="3953350" y="2511637"/>
            <a:ext cx="19512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10 € / lună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 nelimitat</a:t>
            </a:r>
            <a:endParaRPr/>
          </a:p>
        </p:txBody>
      </p:sp>
      <p:sp>
        <p:nvSpPr>
          <p:cNvPr id="767" name="Google Shape;767;p52"/>
          <p:cNvSpPr txBox="1"/>
          <p:nvPr>
            <p:ph idx="5" type="subTitle"/>
          </p:nvPr>
        </p:nvSpPr>
        <p:spPr>
          <a:xfrm>
            <a:off x="6719375" y="2473050"/>
            <a:ext cx="1951200" cy="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100</a:t>
            </a:r>
            <a:r>
              <a:rPr lang="en"/>
              <a:t>0 € / 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 nelimitat</a:t>
            </a:r>
            <a:endParaRPr/>
          </a:p>
        </p:txBody>
      </p:sp>
      <p:sp>
        <p:nvSpPr>
          <p:cNvPr id="768" name="Google Shape;768;p52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Fluxuri de Venit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Construite să scaleze</a:t>
            </a:r>
            <a:endParaRPr sz="2000"/>
          </a:p>
        </p:txBody>
      </p:sp>
      <p:sp>
        <p:nvSpPr>
          <p:cNvPr id="769" name="Google Shape;769;p52"/>
          <p:cNvSpPr txBox="1"/>
          <p:nvPr>
            <p:ph idx="1" type="subTitle"/>
          </p:nvPr>
        </p:nvSpPr>
        <p:spPr>
          <a:xfrm>
            <a:off x="1191175" y="2246482"/>
            <a:ext cx="1951200" cy="8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Creștere virală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participanți / lobby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jocuri / zi</a:t>
            </a:r>
            <a:endParaRPr/>
          </a:p>
        </p:txBody>
      </p:sp>
      <p:sp>
        <p:nvSpPr>
          <p:cNvPr id="770" name="Google Shape;770;p52"/>
          <p:cNvSpPr txBox="1"/>
          <p:nvPr>
            <p:ph idx="3" type="subTitle"/>
          </p:nvPr>
        </p:nvSpPr>
        <p:spPr>
          <a:xfrm>
            <a:off x="1275875" y="4243900"/>
            <a:ext cx="1890600" cy="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20% share venituri</a:t>
            </a:r>
            <a:endParaRPr/>
          </a:p>
        </p:txBody>
      </p:sp>
      <p:sp>
        <p:nvSpPr>
          <p:cNvPr id="771" name="Google Shape;771;p52"/>
          <p:cNvSpPr txBox="1"/>
          <p:nvPr>
            <p:ph idx="7" type="subTitle"/>
          </p:nvPr>
        </p:nvSpPr>
        <p:spPr>
          <a:xfrm>
            <a:off x="1198976" y="1855211"/>
            <a:ext cx="194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Freemium</a:t>
            </a:r>
            <a:endParaRPr/>
          </a:p>
        </p:txBody>
      </p:sp>
      <p:sp>
        <p:nvSpPr>
          <p:cNvPr id="772" name="Google Shape;772;p52"/>
          <p:cNvSpPr txBox="1"/>
          <p:nvPr>
            <p:ph idx="8" type="subTitle"/>
          </p:nvPr>
        </p:nvSpPr>
        <p:spPr>
          <a:xfrm>
            <a:off x="3311625" y="1776050"/>
            <a:ext cx="3238500" cy="80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Abonamente premium personale</a:t>
            </a:r>
            <a:endParaRPr/>
          </a:p>
        </p:txBody>
      </p:sp>
      <p:sp>
        <p:nvSpPr>
          <p:cNvPr id="773" name="Google Shape;773;p52"/>
          <p:cNvSpPr txBox="1"/>
          <p:nvPr>
            <p:ph idx="9" type="subTitle"/>
          </p:nvPr>
        </p:nvSpPr>
        <p:spPr>
          <a:xfrm>
            <a:off x="6723219" y="2081786"/>
            <a:ext cx="194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Licențe Școlare</a:t>
            </a:r>
            <a:endParaRPr/>
          </a:p>
        </p:txBody>
      </p:sp>
      <p:sp>
        <p:nvSpPr>
          <p:cNvPr id="774" name="Google Shape;774;p52"/>
          <p:cNvSpPr txBox="1"/>
          <p:nvPr>
            <p:ph idx="13" type="subTitle"/>
          </p:nvPr>
        </p:nvSpPr>
        <p:spPr>
          <a:xfrm>
            <a:off x="1155700" y="3851475"/>
            <a:ext cx="20673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Parteneriate B2B</a:t>
            </a:r>
            <a:endParaRPr/>
          </a:p>
        </p:txBody>
      </p:sp>
      <p:sp>
        <p:nvSpPr>
          <p:cNvPr id="775" name="Google Shape;775;p52"/>
          <p:cNvSpPr txBox="1"/>
          <p:nvPr>
            <p:ph idx="4" type="subTitle"/>
          </p:nvPr>
        </p:nvSpPr>
        <p:spPr>
          <a:xfrm>
            <a:off x="3581663" y="4243900"/>
            <a:ext cx="2856000" cy="8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0,50 € CPM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Bannere publicitare</a:t>
            </a:r>
            <a:r>
              <a:rPr lang="en"/>
              <a:t> </a:t>
            </a:r>
            <a:endParaRPr/>
          </a:p>
        </p:txBody>
      </p:sp>
      <p:sp>
        <p:nvSpPr>
          <p:cNvPr id="776" name="Google Shape;776;p52"/>
          <p:cNvSpPr txBox="1"/>
          <p:nvPr>
            <p:ph idx="14" type="subTitle"/>
          </p:nvPr>
        </p:nvSpPr>
        <p:spPr>
          <a:xfrm>
            <a:off x="4013410" y="3851465"/>
            <a:ext cx="194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Reclame In-App</a:t>
            </a:r>
            <a:endParaRPr/>
          </a:p>
        </p:txBody>
      </p:sp>
      <p:sp>
        <p:nvSpPr>
          <p:cNvPr id="777" name="Google Shape;777;p52"/>
          <p:cNvSpPr txBox="1"/>
          <p:nvPr>
            <p:ph idx="4" type="subTitle"/>
          </p:nvPr>
        </p:nvSpPr>
        <p:spPr>
          <a:xfrm>
            <a:off x="6796318" y="4243903"/>
            <a:ext cx="1951200" cy="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0,50 € / sesiune</a:t>
            </a:r>
            <a:endParaRPr/>
          </a:p>
        </p:txBody>
      </p:sp>
      <p:sp>
        <p:nvSpPr>
          <p:cNvPr id="778" name="Google Shape;778;p52"/>
          <p:cNvSpPr txBox="1"/>
          <p:nvPr>
            <p:ph idx="14" type="subTitle"/>
          </p:nvPr>
        </p:nvSpPr>
        <p:spPr>
          <a:xfrm>
            <a:off x="6800152" y="3851477"/>
            <a:ext cx="194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Corporativ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3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Strategie de creștere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84" name="Google Shape;784;p53"/>
          <p:cNvSpPr txBox="1"/>
          <p:nvPr/>
        </p:nvSpPr>
        <p:spPr>
          <a:xfrm>
            <a:off x="3984242" y="1731558"/>
            <a:ext cx="133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Training-uri Corporate</a:t>
            </a:r>
            <a:endParaRPr b="1"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85" name="Google Shape;785;p53"/>
          <p:cNvSpPr txBox="1"/>
          <p:nvPr/>
        </p:nvSpPr>
        <p:spPr>
          <a:xfrm>
            <a:off x="73392" y="1871958"/>
            <a:ext cx="20904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Validare și tracțiune în educație</a:t>
            </a:r>
            <a:endParaRPr b="1"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86" name="Google Shape;786;p53"/>
          <p:cNvSpPr txBox="1"/>
          <p:nvPr/>
        </p:nvSpPr>
        <p:spPr>
          <a:xfrm>
            <a:off x="5441141" y="3385326"/>
            <a:ext cx="19512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Parteneriate Strategice</a:t>
            </a:r>
            <a:endParaRPr b="1"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87" name="Google Shape;787;p53"/>
          <p:cNvSpPr txBox="1"/>
          <p:nvPr/>
        </p:nvSpPr>
        <p:spPr>
          <a:xfrm>
            <a:off x="7063942" y="1777108"/>
            <a:ext cx="20904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Diversificare </a:t>
            </a:r>
            <a:endParaRPr b="1"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Vertical Expansion</a:t>
            </a:r>
            <a:endParaRPr b="1"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88" name="Google Shape;788;p53"/>
          <p:cNvSpPr/>
          <p:nvPr/>
        </p:nvSpPr>
        <p:spPr>
          <a:xfrm>
            <a:off x="4335841" y="2536048"/>
            <a:ext cx="629700" cy="6297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3</a:t>
            </a:r>
            <a:endParaRPr b="1" sz="24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89" name="Google Shape;789;p53"/>
          <p:cNvSpPr/>
          <p:nvPr/>
        </p:nvSpPr>
        <p:spPr>
          <a:xfrm>
            <a:off x="6101891" y="2536048"/>
            <a:ext cx="629700" cy="6297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4</a:t>
            </a:r>
            <a:endParaRPr b="1" sz="24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90" name="Google Shape;790;p53"/>
          <p:cNvSpPr/>
          <p:nvPr/>
        </p:nvSpPr>
        <p:spPr>
          <a:xfrm>
            <a:off x="2569791" y="2536048"/>
            <a:ext cx="629700" cy="6297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2</a:t>
            </a:r>
            <a:endParaRPr b="1" sz="24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91" name="Google Shape;791;p53"/>
          <p:cNvSpPr/>
          <p:nvPr/>
        </p:nvSpPr>
        <p:spPr>
          <a:xfrm>
            <a:off x="803741" y="2536048"/>
            <a:ext cx="629700" cy="6297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1</a:t>
            </a:r>
            <a:endParaRPr b="1" sz="24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cxnSp>
        <p:nvCxnSpPr>
          <p:cNvPr id="792" name="Google Shape;792;p53"/>
          <p:cNvCxnSpPr>
            <a:stCxn id="791" idx="6"/>
            <a:endCxn id="790" idx="2"/>
          </p:cNvCxnSpPr>
          <p:nvPr/>
        </p:nvCxnSpPr>
        <p:spPr>
          <a:xfrm>
            <a:off x="1433441" y="2850898"/>
            <a:ext cx="1136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3" name="Google Shape;793;p53"/>
          <p:cNvCxnSpPr>
            <a:stCxn id="790" idx="6"/>
            <a:endCxn id="788" idx="2"/>
          </p:cNvCxnSpPr>
          <p:nvPr/>
        </p:nvCxnSpPr>
        <p:spPr>
          <a:xfrm>
            <a:off x="3199491" y="2850898"/>
            <a:ext cx="1136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4" name="Google Shape;794;p53"/>
          <p:cNvCxnSpPr>
            <a:stCxn id="788" idx="6"/>
            <a:endCxn id="789" idx="2"/>
          </p:cNvCxnSpPr>
          <p:nvPr/>
        </p:nvCxnSpPr>
        <p:spPr>
          <a:xfrm>
            <a:off x="4965541" y="2850898"/>
            <a:ext cx="1136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5" name="Google Shape;795;p53"/>
          <p:cNvSpPr/>
          <p:nvPr/>
        </p:nvSpPr>
        <p:spPr>
          <a:xfrm>
            <a:off x="7794291" y="2536048"/>
            <a:ext cx="629700" cy="6297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5</a:t>
            </a:r>
            <a:endParaRPr b="1" sz="24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cxnSp>
        <p:nvCxnSpPr>
          <p:cNvPr id="796" name="Google Shape;796;p53"/>
          <p:cNvCxnSpPr>
            <a:stCxn id="789" idx="6"/>
            <a:endCxn id="795" idx="2"/>
          </p:cNvCxnSpPr>
          <p:nvPr/>
        </p:nvCxnSpPr>
        <p:spPr>
          <a:xfrm>
            <a:off x="6731591" y="2850898"/>
            <a:ext cx="1062600" cy="600"/>
          </a:xfrm>
          <a:prstGeom prst="bentConnector3">
            <a:avLst>
              <a:gd fmla="val 50005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7" name="Google Shape;797;p53"/>
          <p:cNvSpPr txBox="1"/>
          <p:nvPr/>
        </p:nvSpPr>
        <p:spPr>
          <a:xfrm>
            <a:off x="2106750" y="3332850"/>
            <a:ext cx="1555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App development</a:t>
            </a:r>
            <a:endParaRPr b="1"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4"/>
          <p:cNvSpPr txBox="1"/>
          <p:nvPr>
            <p:ph type="title"/>
          </p:nvPr>
        </p:nvSpPr>
        <p:spPr>
          <a:xfrm>
            <a:off x="206400" y="1269725"/>
            <a:ext cx="8731200" cy="11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Vă mulțumim!</a:t>
            </a:r>
            <a:endParaRPr sz="8000"/>
          </a:p>
        </p:txBody>
      </p:sp>
      <p:pic>
        <p:nvPicPr>
          <p:cNvPr id="803" name="Google Shape;803;p54" title="narwal_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2087" y="2478300"/>
            <a:ext cx="3279834" cy="245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asticine Sea Fauna for Pre-K by Slidesgo">
  <a:themeElements>
    <a:clrScheme name="Simple Light">
      <a:dk1>
        <a:srgbClr val="FFFFFF"/>
      </a:dk1>
      <a:lt1>
        <a:srgbClr val="4E6FA5"/>
      </a:lt1>
      <a:dk2>
        <a:srgbClr val="FFE400"/>
      </a:dk2>
      <a:lt2>
        <a:srgbClr val="93B7F2"/>
      </a:lt2>
      <a:accent1>
        <a:srgbClr val="C6D9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